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Play"/>
      <p:regular r:id="rId25"/>
      <p:bold r:id="rId26"/>
    </p:embeddedFont>
    <p:embeddedFont>
      <p:font typeface="Poppins Light"/>
      <p:regular r:id="rId27"/>
      <p:bold r:id="rId28"/>
      <p:italic r:id="rId29"/>
      <p:boldItalic r:id="rId30"/>
    </p:embeddedFont>
    <p:embeddedFont>
      <p:font typeface="Vollkorn Black"/>
      <p:bold r:id="rId31"/>
      <p:boldItalic r:id="rId32"/>
    </p:embeddedFont>
    <p:embeddedFont>
      <p:font typeface="Baumans"/>
      <p:regular r:id="rId33"/>
    </p:embeddedFont>
    <p:embeddedFont>
      <p:font typeface="Questrial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o66zypVw+64aV6NzhF6OJ9Rxd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PoppinsLight-bold.fntdata"/><Relationship Id="rId27" Type="http://schemas.openxmlformats.org/officeDocument/2006/relationships/font" Target="fonts/Poppins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VollkornBlack-bold.fntdata"/><Relationship Id="rId30" Type="http://schemas.openxmlformats.org/officeDocument/2006/relationships/font" Target="fonts/PoppinsLight-boldItalic.fntdata"/><Relationship Id="rId11" Type="http://schemas.openxmlformats.org/officeDocument/2006/relationships/slide" Target="slides/slide6.xml"/><Relationship Id="rId33" Type="http://schemas.openxmlformats.org/officeDocument/2006/relationships/font" Target="fonts/Baumans-regular.fntdata"/><Relationship Id="rId10" Type="http://schemas.openxmlformats.org/officeDocument/2006/relationships/slide" Target="slides/slide5.xml"/><Relationship Id="rId32" Type="http://schemas.openxmlformats.org/officeDocument/2006/relationships/font" Target="fonts/VollkornBlack-boldItalic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Questrial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11" Type="http://schemas.openxmlformats.org/officeDocument/2006/relationships/image" Target="../media/image8.png"/><Relationship Id="rId10" Type="http://schemas.openxmlformats.org/officeDocument/2006/relationships/image" Target="../media/image13.png"/><Relationship Id="rId9" Type="http://schemas.openxmlformats.org/officeDocument/2006/relationships/image" Target="../media/image7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10" Type="http://schemas.openxmlformats.org/officeDocument/2006/relationships/image" Target="../media/image7.png"/><Relationship Id="rId9" Type="http://schemas.openxmlformats.org/officeDocument/2006/relationships/image" Target="../media/image13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.png"/><Relationship Id="rId4" Type="http://schemas.openxmlformats.org/officeDocument/2006/relationships/hyperlink" Target="https://pptmon.com/" TargetMode="External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hyperlink" Target="http://pptmon.com/" TargetMode="External"/><Relationship Id="rId10" Type="http://schemas.openxmlformats.org/officeDocument/2006/relationships/image" Target="../media/image13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hyperlink" Target="https://pptmon.com/" TargetMode="External"/><Relationship Id="rId7" Type="http://schemas.openxmlformats.org/officeDocument/2006/relationships/hyperlink" Target="http://www.pptmon.com/" TargetMode="External"/><Relationship Id="rId8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11" Type="http://schemas.openxmlformats.org/officeDocument/2006/relationships/image" Target="../media/image11.png"/><Relationship Id="rId10" Type="http://schemas.openxmlformats.org/officeDocument/2006/relationships/image" Target="../media/image7.png"/><Relationship Id="rId9" Type="http://schemas.openxmlformats.org/officeDocument/2006/relationships/image" Target="../media/image2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10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11.png"/><Relationship Id="rId8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11" Type="http://schemas.openxmlformats.org/officeDocument/2006/relationships/image" Target="../media/image7.png"/><Relationship Id="rId10" Type="http://schemas.openxmlformats.org/officeDocument/2006/relationships/image" Target="../media/image8.png"/><Relationship Id="rId9" Type="http://schemas.openxmlformats.org/officeDocument/2006/relationships/image" Target="../media/image2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11" Type="http://schemas.openxmlformats.org/officeDocument/2006/relationships/image" Target="../media/image13.png"/><Relationship Id="rId10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10" Type="http://schemas.openxmlformats.org/officeDocument/2006/relationships/image" Target="../media/image2.png"/><Relationship Id="rId9" Type="http://schemas.openxmlformats.org/officeDocument/2006/relationships/image" Target="../media/image13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10" Type="http://schemas.openxmlformats.org/officeDocument/2006/relationships/image" Target="../media/image7.png"/><Relationship Id="rId9" Type="http://schemas.openxmlformats.org/officeDocument/2006/relationships/image" Target="../media/image13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10" Type="http://schemas.openxmlformats.org/officeDocument/2006/relationships/image" Target="../media/image13.png"/><Relationship Id="rId9" Type="http://schemas.openxmlformats.org/officeDocument/2006/relationships/image" Target="../media/image2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10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13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.png"/><Relationship Id="rId4" Type="http://schemas.openxmlformats.org/officeDocument/2006/relationships/hyperlink" Target="https://pptmon.com/" TargetMode="External"/><Relationship Id="rId9" Type="http://schemas.openxmlformats.org/officeDocument/2006/relationships/image" Target="../media/image13.png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4" Type="http://schemas.openxmlformats.org/officeDocument/2006/relationships/image" Target="../media/image1.png"/><Relationship Id="rId10" Type="http://schemas.openxmlformats.org/officeDocument/2006/relationships/image" Target="../media/image8.png"/><Relationship Id="rId9" Type="http://schemas.openxmlformats.org/officeDocument/2006/relationships/image" Target="../media/image11.png"/><Relationship Id="rId5" Type="http://schemas.openxmlformats.org/officeDocument/2006/relationships/hyperlink" Target="https://pptmon.com/" TargetMode="External"/><Relationship Id="rId6" Type="http://schemas.openxmlformats.org/officeDocument/2006/relationships/hyperlink" Target="http://www.pptmon.com/" TargetMode="External"/><Relationship Id="rId7" Type="http://schemas.openxmlformats.org/officeDocument/2006/relationships/image" Target="../media/image13.png"/><Relationship Id="rId8" Type="http://schemas.openxmlformats.org/officeDocument/2006/relationships/image" Target="../media/image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ptmon.com/" TargetMode="External"/><Relationship Id="rId3" Type="http://schemas.openxmlformats.org/officeDocument/2006/relationships/image" Target="../media/image1.png"/><Relationship Id="rId4" Type="http://schemas.openxmlformats.org/officeDocument/2006/relationships/hyperlink" Target="https://pptmon.com/" TargetMode="External"/><Relationship Id="rId9" Type="http://schemas.openxmlformats.org/officeDocument/2006/relationships/image" Target="../media/image7.png"/><Relationship Id="rId5" Type="http://schemas.openxmlformats.org/officeDocument/2006/relationships/hyperlink" Target="http://www.pptmon.com/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title">
  <p:cSld name="PPTMON 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4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24"/>
          <p:cNvGrpSpPr/>
          <p:nvPr/>
        </p:nvGrpSpPr>
        <p:grpSpPr>
          <a:xfrm>
            <a:off x="9906000" y="2286000"/>
            <a:ext cx="2286000" cy="2286000"/>
            <a:chOff x="5332228" y="4572000"/>
            <a:chExt cx="2286000" cy="2286000"/>
          </a:xfrm>
        </p:grpSpPr>
        <p:pic>
          <p:nvPicPr>
            <p:cNvPr id="17" name="Google Shape;17;p24"/>
            <p:cNvPicPr preferRelativeResize="0"/>
            <p:nvPr/>
          </p:nvPicPr>
          <p:blipFill rotWithShape="1">
            <a:blip r:embed="rId7">
              <a:alphaModFix/>
            </a:blip>
            <a:srcRect b="66667" l="17116" r="64134" t="0"/>
            <a:stretch/>
          </p:blipFill>
          <p:spPr>
            <a:xfrm>
              <a:off x="5332228" y="4572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8" name="Google Shape;18;p24"/>
            <p:cNvPicPr preferRelativeResize="0"/>
            <p:nvPr/>
          </p:nvPicPr>
          <p:blipFill rotWithShape="1">
            <a:blip r:embed="rId8">
              <a:alphaModFix/>
            </a:blip>
            <a:srcRect b="3124" l="82799" r="1548" t="69050"/>
            <a:stretch/>
          </p:blipFill>
          <p:spPr>
            <a:xfrm>
              <a:off x="5521094" y="4760866"/>
              <a:ext cx="1908268" cy="1908268"/>
            </a:xfrm>
            <a:custGeom>
              <a:rect b="b" l="l" r="r" t="t"/>
              <a:pathLst>
                <a:path extrusionOk="0" h="1908268" w="1908268">
                  <a:moveTo>
                    <a:pt x="954134" y="0"/>
                  </a:moveTo>
                  <a:cubicBezTo>
                    <a:pt x="1481088" y="0"/>
                    <a:pt x="1908268" y="427180"/>
                    <a:pt x="1908268" y="954134"/>
                  </a:cubicBezTo>
                  <a:cubicBezTo>
                    <a:pt x="1908268" y="1481088"/>
                    <a:pt x="1481088" y="1908268"/>
                    <a:pt x="954134" y="1908268"/>
                  </a:cubicBezTo>
                  <a:cubicBezTo>
                    <a:pt x="427180" y="1908268"/>
                    <a:pt x="0" y="1481088"/>
                    <a:pt x="0" y="954134"/>
                  </a:cubicBezTo>
                  <a:cubicBezTo>
                    <a:pt x="0" y="427180"/>
                    <a:pt x="427180" y="0"/>
                    <a:pt x="954134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9" name="Google Shape;19;p24"/>
            <p:cNvPicPr preferRelativeResize="0"/>
            <p:nvPr/>
          </p:nvPicPr>
          <p:blipFill rotWithShape="1">
            <a:blip r:embed="rId9">
              <a:alphaModFix/>
            </a:blip>
            <a:srcRect b="22216" l="25543" r="68203" t="66667"/>
            <a:stretch/>
          </p:blipFill>
          <p:spPr>
            <a:xfrm>
              <a:off x="6094037" y="5333815"/>
              <a:ext cx="762382" cy="762370"/>
            </a:xfrm>
            <a:custGeom>
              <a:rect b="b" l="l" r="r" t="t"/>
              <a:pathLst>
                <a:path extrusionOk="0" h="762370" w="762382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20" name="Google Shape;20;p24"/>
          <p:cNvGrpSpPr/>
          <p:nvPr/>
        </p:nvGrpSpPr>
        <p:grpSpPr>
          <a:xfrm>
            <a:off x="7625152" y="0"/>
            <a:ext cx="2286000" cy="2286000"/>
            <a:chOff x="3047915" y="0"/>
            <a:chExt cx="2286000" cy="2286000"/>
          </a:xfrm>
        </p:grpSpPr>
        <p:pic>
          <p:nvPicPr>
            <p:cNvPr id="21" name="Google Shape;21;p24"/>
            <p:cNvPicPr preferRelativeResize="0"/>
            <p:nvPr/>
          </p:nvPicPr>
          <p:blipFill rotWithShape="1">
            <a:blip r:embed="rId9">
              <a:alphaModFix/>
            </a:blip>
            <a:srcRect b="66667" l="17116" r="64134" t="0"/>
            <a:stretch/>
          </p:blipFill>
          <p:spPr>
            <a:xfrm>
              <a:off x="3047915" y="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grpSp>
          <p:nvGrpSpPr>
            <p:cNvPr id="22" name="Google Shape;22;p24"/>
            <p:cNvGrpSpPr/>
            <p:nvPr/>
          </p:nvGrpSpPr>
          <p:grpSpPr>
            <a:xfrm>
              <a:off x="3493180" y="449192"/>
              <a:ext cx="1395471" cy="1387617"/>
              <a:chOff x="3507891" y="491718"/>
              <a:chExt cx="1395471" cy="1387617"/>
            </a:xfrm>
          </p:grpSpPr>
          <p:pic>
            <p:nvPicPr>
              <p:cNvPr id="23" name="Google Shape;23;p24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3507891" y="491718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24" name="Google Shape;24;p24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4525670" y="491718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25" name="Google Shape;25;p24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3507891" y="1501649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26" name="Google Shape;26;p24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4525670" y="1501649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</p:grpSp>
      <p:grpSp>
        <p:nvGrpSpPr>
          <p:cNvPr id="27" name="Google Shape;27;p24"/>
          <p:cNvGrpSpPr/>
          <p:nvPr/>
        </p:nvGrpSpPr>
        <p:grpSpPr>
          <a:xfrm>
            <a:off x="7625152" y="2286000"/>
            <a:ext cx="2286000" cy="2286000"/>
            <a:chOff x="3047915" y="4572000"/>
            <a:chExt cx="2286000" cy="2286000"/>
          </a:xfrm>
        </p:grpSpPr>
        <p:pic>
          <p:nvPicPr>
            <p:cNvPr id="28" name="Google Shape;28;p24"/>
            <p:cNvPicPr preferRelativeResize="0"/>
            <p:nvPr/>
          </p:nvPicPr>
          <p:blipFill rotWithShape="1">
            <a:blip r:embed="rId10">
              <a:alphaModFix/>
            </a:blip>
            <a:srcRect b="66667" l="17116" r="64134" t="0"/>
            <a:stretch/>
          </p:blipFill>
          <p:spPr>
            <a:xfrm>
              <a:off x="3047915" y="4572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9" name="Google Shape;29;p24"/>
            <p:cNvPicPr preferRelativeResize="0"/>
            <p:nvPr/>
          </p:nvPicPr>
          <p:blipFill rotWithShape="1">
            <a:blip r:embed="rId9">
              <a:alphaModFix/>
            </a:blip>
            <a:srcRect b="49999" l="51576" r="39077" t="33336"/>
            <a:stretch/>
          </p:blipFill>
          <p:spPr>
            <a:xfrm>
              <a:off x="3047915" y="4572000"/>
              <a:ext cx="1139461" cy="1142820"/>
            </a:xfrm>
            <a:custGeom>
              <a:rect b="b" l="l" r="r" t="t"/>
              <a:pathLst>
                <a:path extrusionOk="0" h="1142820" w="1139461">
                  <a:moveTo>
                    <a:pt x="1139461" y="0"/>
                  </a:moveTo>
                  <a:lnTo>
                    <a:pt x="1139461" y="571678"/>
                  </a:lnTo>
                  <a:lnTo>
                    <a:pt x="1027823" y="582932"/>
                  </a:lnTo>
                  <a:cubicBezTo>
                    <a:pt x="799953" y="629561"/>
                    <a:pt x="621483" y="811806"/>
                    <a:pt x="580426" y="1041656"/>
                  </a:cubicBezTo>
                  <a:lnTo>
                    <a:pt x="571500" y="1142820"/>
                  </a:lnTo>
                  <a:lnTo>
                    <a:pt x="0" y="1142820"/>
                  </a:lnTo>
                  <a:lnTo>
                    <a:pt x="5192" y="1033167"/>
                  </a:lnTo>
                  <a:cubicBezTo>
                    <a:pt x="56716" y="491842"/>
                    <a:pt x="485794" y="60597"/>
                    <a:pt x="1026135" y="5722"/>
                  </a:cubicBezTo>
                  <a:lnTo>
                    <a:pt x="1139461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0" name="Google Shape;30;p24"/>
            <p:cNvPicPr preferRelativeResize="0"/>
            <p:nvPr/>
          </p:nvPicPr>
          <p:blipFill rotWithShape="1">
            <a:blip r:embed="rId11">
              <a:alphaModFix/>
            </a:blip>
            <a:srcRect b="66667" l="62499" r="18750" t="26667"/>
            <a:stretch/>
          </p:blipFill>
          <p:spPr>
            <a:xfrm>
              <a:off x="3047915" y="6400800"/>
              <a:ext cx="2286000" cy="457200"/>
            </a:xfrm>
            <a:custGeom>
              <a:rect b="b" l="l" r="r" t="t"/>
              <a:pathLst>
                <a:path extrusionOk="0" h="457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31" name="Google Shape;31;p24"/>
          <p:cNvGrpSpPr/>
          <p:nvPr/>
        </p:nvGrpSpPr>
        <p:grpSpPr>
          <a:xfrm rot="10800000">
            <a:off x="7616626" y="4571441"/>
            <a:ext cx="2294526" cy="2286559"/>
            <a:chOff x="754151" y="2285441"/>
            <a:chExt cx="2294526" cy="2286559"/>
          </a:xfrm>
        </p:grpSpPr>
        <p:pic>
          <p:nvPicPr>
            <p:cNvPr id="32" name="Google Shape;32;p24"/>
            <p:cNvPicPr preferRelativeResize="0"/>
            <p:nvPr/>
          </p:nvPicPr>
          <p:blipFill rotWithShape="1">
            <a:blip r:embed="rId7">
              <a:alphaModFix/>
            </a:blip>
            <a:srcRect b="66667" l="17116" r="64134" t="0"/>
            <a:stretch/>
          </p:blipFill>
          <p:spPr>
            <a:xfrm>
              <a:off x="762677" y="2286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3" name="Google Shape;33;p24"/>
            <p:cNvPicPr preferRelativeResize="0"/>
            <p:nvPr/>
          </p:nvPicPr>
          <p:blipFill rotWithShape="1">
            <a:blip r:embed="rId10">
              <a:alphaModFix/>
            </a:blip>
            <a:srcRect b="0" l="71847" r="18901" t="83275"/>
            <a:stretch/>
          </p:blipFill>
          <p:spPr>
            <a:xfrm>
              <a:off x="754151" y="2285441"/>
              <a:ext cx="1127905" cy="1147025"/>
            </a:xfrm>
            <a:custGeom>
              <a:rect b="b" l="l" r="r" t="t"/>
              <a:pathLst>
                <a:path extrusionOk="0" h="2285999" w="2286040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34" name="Google Shape;34;p24"/>
          <p:cNvGrpSpPr/>
          <p:nvPr/>
        </p:nvGrpSpPr>
        <p:grpSpPr>
          <a:xfrm>
            <a:off x="9906000" y="0"/>
            <a:ext cx="2286000" cy="2286000"/>
            <a:chOff x="762677" y="0"/>
            <a:chExt cx="2286000" cy="2286000"/>
          </a:xfrm>
        </p:grpSpPr>
        <p:pic>
          <p:nvPicPr>
            <p:cNvPr id="35" name="Google Shape;35;p24"/>
            <p:cNvPicPr preferRelativeResize="0"/>
            <p:nvPr/>
          </p:nvPicPr>
          <p:blipFill rotWithShape="1">
            <a:blip r:embed="rId8">
              <a:alphaModFix/>
            </a:blip>
            <a:srcRect b="66667" l="17116" r="64134" t="0"/>
            <a:stretch/>
          </p:blipFill>
          <p:spPr>
            <a:xfrm>
              <a:off x="762677" y="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6" name="Google Shape;36;p24"/>
            <p:cNvPicPr preferRelativeResize="0"/>
            <p:nvPr/>
          </p:nvPicPr>
          <p:blipFill rotWithShape="1">
            <a:blip r:embed="rId10">
              <a:alphaModFix/>
            </a:blip>
            <a:srcRect b="66667" l="26353" r="64134" t="0"/>
            <a:stretch/>
          </p:blipFill>
          <p:spPr>
            <a:xfrm>
              <a:off x="1888809" y="0"/>
              <a:ext cx="1159867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7" name="Google Shape;37;p24"/>
            <p:cNvPicPr preferRelativeResize="0"/>
            <p:nvPr/>
          </p:nvPicPr>
          <p:blipFill rotWithShape="1">
            <a:blip r:embed="rId9">
              <a:alphaModFix/>
            </a:blip>
            <a:srcRect b="22216" l="25543" r="68203" t="66667"/>
            <a:stretch/>
          </p:blipFill>
          <p:spPr>
            <a:xfrm>
              <a:off x="1524486" y="761815"/>
              <a:ext cx="762382" cy="762370"/>
            </a:xfrm>
            <a:custGeom>
              <a:rect b="b" l="l" r="r" t="t"/>
              <a:pathLst>
                <a:path extrusionOk="0" h="762370" w="762382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8" name="Google Shape;38;p24"/>
            <p:cNvPicPr preferRelativeResize="0"/>
            <p:nvPr/>
          </p:nvPicPr>
          <p:blipFill rotWithShape="1">
            <a:blip r:embed="rId8">
              <a:alphaModFix/>
            </a:blip>
            <a:srcRect b="22216" l="28593" r="68204" t="66667"/>
            <a:stretch/>
          </p:blipFill>
          <p:spPr>
            <a:xfrm>
              <a:off x="1896358" y="761815"/>
              <a:ext cx="390510" cy="762370"/>
            </a:xfrm>
            <a:custGeom>
              <a:rect b="b" l="l" r="r" t="t"/>
              <a:pathLst>
                <a:path extrusionOk="0" h="762370" w="390510">
                  <a:moveTo>
                    <a:pt x="9319" y="0"/>
                  </a:moveTo>
                  <a:cubicBezTo>
                    <a:pt x="219845" y="0"/>
                    <a:pt x="390510" y="170662"/>
                    <a:pt x="390510" y="381185"/>
                  </a:cubicBezTo>
                  <a:cubicBezTo>
                    <a:pt x="390510" y="591708"/>
                    <a:pt x="219845" y="762370"/>
                    <a:pt x="9319" y="762370"/>
                  </a:cubicBezTo>
                  <a:lnTo>
                    <a:pt x="0" y="761431"/>
                  </a:lnTo>
                  <a:lnTo>
                    <a:pt x="0" y="939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39" name="Google Shape;39;p24"/>
          <p:cNvGrpSpPr/>
          <p:nvPr/>
        </p:nvGrpSpPr>
        <p:grpSpPr>
          <a:xfrm flipH="1" rot="10800000">
            <a:off x="9904228" y="4571999"/>
            <a:ext cx="2287772" cy="2286001"/>
            <a:chOff x="760905" y="4571999"/>
            <a:chExt cx="2287772" cy="2286001"/>
          </a:xfrm>
        </p:grpSpPr>
        <p:pic>
          <p:nvPicPr>
            <p:cNvPr id="40" name="Google Shape;40;p24"/>
            <p:cNvPicPr preferRelativeResize="0"/>
            <p:nvPr/>
          </p:nvPicPr>
          <p:blipFill rotWithShape="1">
            <a:blip r:embed="rId11">
              <a:alphaModFix/>
            </a:blip>
            <a:srcRect b="66667" l="17116" r="64134" t="0"/>
            <a:stretch/>
          </p:blipFill>
          <p:spPr>
            <a:xfrm>
              <a:off x="762677" y="4572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41" name="Google Shape;41;p24"/>
            <p:cNvPicPr preferRelativeResize="0"/>
            <p:nvPr/>
          </p:nvPicPr>
          <p:blipFill rotWithShape="1">
            <a:blip r:embed="rId9">
              <a:alphaModFix/>
            </a:blip>
            <a:srcRect b="0" l="71799" r="18949" t="83384"/>
            <a:stretch/>
          </p:blipFill>
          <p:spPr>
            <a:xfrm>
              <a:off x="760905" y="4571999"/>
              <a:ext cx="1127905" cy="1139533"/>
            </a:xfrm>
            <a:custGeom>
              <a:rect b="b" l="l" r="r" t="t"/>
              <a:pathLst>
                <a:path extrusionOk="0" h="2285999" w="2286040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custom">
  <p:cSld name="PPTMON custom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5">
            <a:hlinkClick r:id="rId4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PPTMON slide">
  <p:cSld name="5_PPTMON slid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6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26"/>
          <p:cNvGrpSpPr/>
          <p:nvPr/>
        </p:nvGrpSpPr>
        <p:grpSpPr>
          <a:xfrm>
            <a:off x="9906000" y="0"/>
            <a:ext cx="2286000" cy="2286000"/>
            <a:chOff x="2857278" y="-2996119"/>
            <a:chExt cx="2286000" cy="2286000"/>
          </a:xfrm>
        </p:grpSpPr>
        <p:pic>
          <p:nvPicPr>
            <p:cNvPr id="50" name="Google Shape;50;p26"/>
            <p:cNvPicPr preferRelativeResize="0"/>
            <p:nvPr/>
          </p:nvPicPr>
          <p:blipFill rotWithShape="1">
            <a:blip r:embed="rId7">
              <a:alphaModFix/>
            </a:blip>
            <a:srcRect b="66667" l="17116" r="64134" t="0"/>
            <a:stretch/>
          </p:blipFill>
          <p:spPr>
            <a:xfrm>
              <a:off x="2857278" y="-2996119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grpSp>
          <p:nvGrpSpPr>
            <p:cNvPr id="51" name="Google Shape;51;p26"/>
            <p:cNvGrpSpPr/>
            <p:nvPr/>
          </p:nvGrpSpPr>
          <p:grpSpPr>
            <a:xfrm>
              <a:off x="3302543" y="-2546927"/>
              <a:ext cx="1395471" cy="1387617"/>
              <a:chOff x="3507891" y="491718"/>
              <a:chExt cx="1395471" cy="1387617"/>
            </a:xfrm>
          </p:grpSpPr>
          <p:pic>
            <p:nvPicPr>
              <p:cNvPr id="52" name="Google Shape;52;p26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3507891" y="491718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53" name="Google Shape;53;p26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4525670" y="491718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54" name="Google Shape;54;p26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3507891" y="1501649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55" name="Google Shape;55;p26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4525670" y="1501649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</p:grpSp>
      <p:grpSp>
        <p:nvGrpSpPr>
          <p:cNvPr id="56" name="Google Shape;56;p26"/>
          <p:cNvGrpSpPr/>
          <p:nvPr/>
        </p:nvGrpSpPr>
        <p:grpSpPr>
          <a:xfrm flipH="1">
            <a:off x="1" y="4572000"/>
            <a:ext cx="1524190" cy="2286000"/>
            <a:chOff x="1333849" y="-2996119"/>
            <a:chExt cx="1524190" cy="2286000"/>
          </a:xfrm>
        </p:grpSpPr>
        <p:pic>
          <p:nvPicPr>
            <p:cNvPr id="57" name="Google Shape;57;p26"/>
            <p:cNvPicPr preferRelativeResize="0"/>
            <p:nvPr/>
          </p:nvPicPr>
          <p:blipFill rotWithShape="1">
            <a:blip r:embed="rId9">
              <a:alphaModFix/>
            </a:blip>
            <a:srcRect b="66667" l="26353" r="64134" t="0"/>
            <a:stretch/>
          </p:blipFill>
          <p:spPr>
            <a:xfrm>
              <a:off x="1698172" y="-2996119"/>
              <a:ext cx="1159867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58" name="Google Shape;58;p26"/>
            <p:cNvPicPr preferRelativeResize="0"/>
            <p:nvPr/>
          </p:nvPicPr>
          <p:blipFill rotWithShape="1">
            <a:blip r:embed="rId7">
              <a:alphaModFix/>
            </a:blip>
            <a:srcRect b="22216" l="25543" r="68203" t="66667"/>
            <a:stretch/>
          </p:blipFill>
          <p:spPr>
            <a:xfrm>
              <a:off x="1333849" y="-2234304"/>
              <a:ext cx="762382" cy="762370"/>
            </a:xfrm>
            <a:custGeom>
              <a:rect b="b" l="l" r="r" t="t"/>
              <a:pathLst>
                <a:path extrusionOk="0" h="762370" w="762382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59" name="Google Shape;59;p26"/>
            <p:cNvPicPr preferRelativeResize="0"/>
            <p:nvPr/>
          </p:nvPicPr>
          <p:blipFill rotWithShape="1">
            <a:blip r:embed="rId8">
              <a:alphaModFix/>
            </a:blip>
            <a:srcRect b="22216" l="28593" r="68204" t="66667"/>
            <a:stretch/>
          </p:blipFill>
          <p:spPr>
            <a:xfrm>
              <a:off x="1705721" y="-2234304"/>
              <a:ext cx="390510" cy="762370"/>
            </a:xfrm>
            <a:custGeom>
              <a:rect b="b" l="l" r="r" t="t"/>
              <a:pathLst>
                <a:path extrusionOk="0" h="762370" w="390510">
                  <a:moveTo>
                    <a:pt x="9319" y="0"/>
                  </a:moveTo>
                  <a:cubicBezTo>
                    <a:pt x="219845" y="0"/>
                    <a:pt x="390510" y="170662"/>
                    <a:pt x="390510" y="381185"/>
                  </a:cubicBezTo>
                  <a:cubicBezTo>
                    <a:pt x="390510" y="591708"/>
                    <a:pt x="219845" y="762370"/>
                    <a:pt x="9319" y="762370"/>
                  </a:cubicBezTo>
                  <a:lnTo>
                    <a:pt x="0" y="761431"/>
                  </a:lnTo>
                  <a:lnTo>
                    <a:pt x="0" y="939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PPTMON slide">
  <p:cSld name="8_PPTMON slid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7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27"/>
          <p:cNvGrpSpPr/>
          <p:nvPr/>
        </p:nvGrpSpPr>
        <p:grpSpPr>
          <a:xfrm>
            <a:off x="9906000" y="0"/>
            <a:ext cx="2286000" cy="2285998"/>
            <a:chOff x="19012799" y="-8425926"/>
            <a:chExt cx="2286000" cy="2285998"/>
          </a:xfrm>
        </p:grpSpPr>
        <p:pic>
          <p:nvPicPr>
            <p:cNvPr id="65" name="Google Shape;65;p27"/>
            <p:cNvPicPr preferRelativeResize="0"/>
            <p:nvPr/>
          </p:nvPicPr>
          <p:blipFill rotWithShape="1">
            <a:blip r:embed="rId7">
              <a:alphaModFix/>
            </a:blip>
            <a:srcRect b="93333" l="62499" r="18750" t="0"/>
            <a:stretch/>
          </p:blipFill>
          <p:spPr>
            <a:xfrm>
              <a:off x="19012799" y="-8425926"/>
              <a:ext cx="2286000" cy="457200"/>
            </a:xfrm>
            <a:custGeom>
              <a:rect b="b" l="l" r="r" t="t"/>
              <a:pathLst>
                <a:path extrusionOk="0" h="457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66" name="Google Shape;66;p27"/>
            <p:cNvPicPr preferRelativeResize="0"/>
            <p:nvPr/>
          </p:nvPicPr>
          <p:blipFill rotWithShape="1">
            <a:blip r:embed="rId7">
              <a:alphaModFix/>
            </a:blip>
            <a:srcRect b="80000" l="62499" r="18750" t="13333"/>
            <a:stretch/>
          </p:blipFill>
          <p:spPr>
            <a:xfrm>
              <a:off x="19012799" y="-7511527"/>
              <a:ext cx="2286000" cy="457200"/>
            </a:xfrm>
            <a:custGeom>
              <a:rect b="b" l="l" r="r" t="t"/>
              <a:pathLst>
                <a:path extrusionOk="0" h="457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67" name="Google Shape;67;p27"/>
            <p:cNvPicPr preferRelativeResize="0"/>
            <p:nvPr/>
          </p:nvPicPr>
          <p:blipFill rotWithShape="1">
            <a:blip r:embed="rId7">
              <a:alphaModFix/>
            </a:blip>
            <a:srcRect b="66667" l="62499" r="18750" t="26667"/>
            <a:stretch/>
          </p:blipFill>
          <p:spPr>
            <a:xfrm>
              <a:off x="19012799" y="-6597128"/>
              <a:ext cx="2286000" cy="457200"/>
            </a:xfrm>
            <a:custGeom>
              <a:rect b="b" l="l" r="r" t="t"/>
              <a:pathLst>
                <a:path extrusionOk="0" h="457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pic>
        <p:nvPicPr>
          <p:cNvPr id="68" name="Google Shape;68;p27"/>
          <p:cNvPicPr preferRelativeResize="0"/>
          <p:nvPr/>
        </p:nvPicPr>
        <p:blipFill rotWithShape="1">
          <a:blip r:embed="rId8">
            <a:alphaModFix/>
          </a:blip>
          <a:srcRect b="0" l="15366" r="75231" t="88883"/>
          <a:stretch/>
        </p:blipFill>
        <p:spPr>
          <a:xfrm>
            <a:off x="0" y="6095628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69" name="Google Shape;69;p27"/>
          <p:cNvPicPr preferRelativeResize="0"/>
          <p:nvPr/>
        </p:nvPicPr>
        <p:blipFill rotWithShape="1">
          <a:blip r:embed="rId9">
            <a:alphaModFix/>
          </a:blip>
          <a:srcRect b="22216" l="25543" r="68203" t="66667"/>
          <a:stretch/>
        </p:blipFill>
        <p:spPr>
          <a:xfrm>
            <a:off x="0" y="5008963"/>
            <a:ext cx="762382" cy="762370"/>
          </a:xfrm>
          <a:custGeom>
            <a:rect b="b" l="l" r="r" t="t"/>
            <a:pathLst>
              <a:path extrusionOk="0" h="762370" w="762382">
                <a:moveTo>
                  <a:pt x="381191" y="0"/>
                </a:moveTo>
                <a:cubicBezTo>
                  <a:pt x="591717" y="0"/>
                  <a:pt x="762382" y="170662"/>
                  <a:pt x="762382" y="381185"/>
                </a:cubicBezTo>
                <a:cubicBezTo>
                  <a:pt x="762382" y="591708"/>
                  <a:pt x="591717" y="762370"/>
                  <a:pt x="381191" y="762370"/>
                </a:cubicBezTo>
                <a:cubicBezTo>
                  <a:pt x="170665" y="762370"/>
                  <a:pt x="0" y="591708"/>
                  <a:pt x="0" y="381185"/>
                </a:cubicBezTo>
                <a:cubicBezTo>
                  <a:pt x="0" y="170662"/>
                  <a:pt x="170665" y="0"/>
                  <a:pt x="381191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70" name="Google Shape;70;p27"/>
          <p:cNvPicPr preferRelativeResize="0"/>
          <p:nvPr/>
        </p:nvPicPr>
        <p:blipFill rotWithShape="1">
          <a:blip r:embed="rId10">
            <a:alphaModFix/>
          </a:blip>
          <a:srcRect b="49999" l="51576" r="39077" t="33336"/>
          <a:stretch/>
        </p:blipFill>
        <p:spPr>
          <a:xfrm>
            <a:off x="11052539" y="5715180"/>
            <a:ext cx="1139461" cy="1142820"/>
          </a:xfrm>
          <a:custGeom>
            <a:rect b="b" l="l" r="r" t="t"/>
            <a:pathLst>
              <a:path extrusionOk="0" h="1142820" w="1139461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PPTMON slide">
  <p:cSld name="7_PPTMON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8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28"/>
          <p:cNvPicPr preferRelativeResize="0"/>
          <p:nvPr/>
        </p:nvPicPr>
        <p:blipFill rotWithShape="1">
          <a:blip r:embed="rId7">
            <a:alphaModFix/>
          </a:blip>
          <a:srcRect b="0" l="62499" r="18750" t="66667"/>
          <a:stretch/>
        </p:blipFill>
        <p:spPr>
          <a:xfrm flipH="1">
            <a:off x="9905960" y="0"/>
            <a:ext cx="2286040" cy="2285999"/>
          </a:xfrm>
          <a:custGeom>
            <a:rect b="b" l="l" r="r" t="t"/>
            <a:pathLst>
              <a:path extrusionOk="0" h="2285999" w="2286040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76" name="Google Shape;76;p28"/>
          <p:cNvPicPr preferRelativeResize="0"/>
          <p:nvPr/>
        </p:nvPicPr>
        <p:blipFill rotWithShape="1">
          <a:blip r:embed="rId8">
            <a:alphaModFix/>
          </a:blip>
          <a:srcRect b="33333" l="81250" r="0" t="33333"/>
          <a:stretch/>
        </p:blipFill>
        <p:spPr>
          <a:xfrm>
            <a:off x="0" y="4572000"/>
            <a:ext cx="2286000" cy="2286000"/>
          </a:xfrm>
          <a:custGeom>
            <a:rect b="b" l="l" r="r" t="t"/>
            <a:pathLst>
              <a:path extrusionOk="0" h="2286000" w="2286000">
                <a:moveTo>
                  <a:pt x="1143000" y="0"/>
                </a:moveTo>
                <a:cubicBezTo>
                  <a:pt x="1774261" y="0"/>
                  <a:pt x="2286000" y="511739"/>
                  <a:pt x="2286000" y="1143000"/>
                </a:cubicBezTo>
                <a:cubicBezTo>
                  <a:pt x="2286000" y="1774261"/>
                  <a:pt x="1774261" y="2286000"/>
                  <a:pt x="1143000" y="2286000"/>
                </a:cubicBezTo>
                <a:cubicBezTo>
                  <a:pt x="511739" y="2286000"/>
                  <a:pt x="0" y="1774261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77" name="Google Shape;77;p28"/>
          <p:cNvPicPr preferRelativeResize="0"/>
          <p:nvPr/>
        </p:nvPicPr>
        <p:blipFill rotWithShape="1">
          <a:blip r:embed="rId9">
            <a:alphaModFix/>
          </a:blip>
          <a:srcRect b="33333" l="3408" r="77841" t="33333"/>
          <a:stretch/>
        </p:blipFill>
        <p:spPr>
          <a:xfrm>
            <a:off x="2286000" y="4572000"/>
            <a:ext cx="2286000" cy="2286000"/>
          </a:xfrm>
          <a:custGeom>
            <a:rect b="b" l="l" r="r" t="t"/>
            <a:pathLst>
              <a:path extrusionOk="0" h="2286000" w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PPTMON slide">
  <p:cSld name="6_PPTMON slid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9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29"/>
          <p:cNvPicPr preferRelativeResize="0"/>
          <p:nvPr/>
        </p:nvPicPr>
        <p:blipFill rotWithShape="1">
          <a:blip r:embed="rId7">
            <a:alphaModFix/>
          </a:blip>
          <a:srcRect b="49999" l="51576" r="39077" t="33336"/>
          <a:stretch/>
        </p:blipFill>
        <p:spPr>
          <a:xfrm>
            <a:off x="11052539" y="375628"/>
            <a:ext cx="1139461" cy="1142820"/>
          </a:xfrm>
          <a:custGeom>
            <a:rect b="b" l="l" r="r" t="t"/>
            <a:pathLst>
              <a:path extrusionOk="0" h="1142820" w="1139461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83" name="Google Shape;83;p29"/>
          <p:cNvPicPr preferRelativeResize="0"/>
          <p:nvPr/>
        </p:nvPicPr>
        <p:blipFill rotWithShape="1">
          <a:blip r:embed="rId8">
            <a:alphaModFix/>
          </a:blip>
          <a:srcRect b="33333" l="3408" r="77841" t="33333"/>
          <a:stretch/>
        </p:blipFill>
        <p:spPr>
          <a:xfrm>
            <a:off x="0" y="4572000"/>
            <a:ext cx="2286000" cy="2286000"/>
          </a:xfrm>
          <a:custGeom>
            <a:rect b="b" l="l" r="r" t="t"/>
            <a:pathLst>
              <a:path extrusionOk="0" h="2286000" w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84" name="Google Shape;84;p29"/>
          <p:cNvPicPr preferRelativeResize="0"/>
          <p:nvPr/>
        </p:nvPicPr>
        <p:blipFill rotWithShape="1">
          <a:blip r:embed="rId9">
            <a:alphaModFix/>
          </a:blip>
          <a:srcRect b="91102" l="45270" r="39077" t="3333"/>
          <a:stretch/>
        </p:blipFill>
        <p:spPr>
          <a:xfrm>
            <a:off x="10283729" y="0"/>
            <a:ext cx="1908271" cy="381654"/>
          </a:xfrm>
          <a:custGeom>
            <a:rect b="b" l="l" r="r" t="t"/>
            <a:pathLst>
              <a:path extrusionOk="0" h="381654" w="1908271">
                <a:moveTo>
                  <a:pt x="0" y="0"/>
                </a:moveTo>
                <a:lnTo>
                  <a:pt x="1908271" y="0"/>
                </a:lnTo>
                <a:lnTo>
                  <a:pt x="1908271" y="381654"/>
                </a:lnTo>
                <a:lnTo>
                  <a:pt x="0" y="38165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PPTMON slide">
  <p:cSld name="21_PPTMON slid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0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30"/>
          <p:cNvPicPr preferRelativeResize="0"/>
          <p:nvPr/>
        </p:nvPicPr>
        <p:blipFill rotWithShape="1">
          <a:blip r:embed="rId7">
            <a:alphaModFix/>
          </a:blip>
          <a:srcRect b="0" l="62499" r="18750" t="66667"/>
          <a:stretch/>
        </p:blipFill>
        <p:spPr>
          <a:xfrm flipH="1">
            <a:off x="9905960" y="0"/>
            <a:ext cx="2286040" cy="2285999"/>
          </a:xfrm>
          <a:custGeom>
            <a:rect b="b" l="l" r="r" t="t"/>
            <a:pathLst>
              <a:path extrusionOk="0" h="2285999" w="2286040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90" name="Google Shape;9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Vollkorn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slide">
  <p:cSld name="PPTMON slid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2">
            <a:hlinkClick r:id="rId4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PPTMON slide">
  <p:cSld name="9_PPTMON slid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6"/>
          <p:cNvPicPr preferRelativeResize="0"/>
          <p:nvPr/>
        </p:nvPicPr>
        <p:blipFill rotWithShape="1">
          <a:blip r:embed="rId3">
            <a:alphaModFix/>
          </a:blip>
          <a:srcRect b="66667" l="26679" r="64134" t="0"/>
          <a:stretch/>
        </p:blipFill>
        <p:spPr>
          <a:xfrm>
            <a:off x="11071970" y="4572000"/>
            <a:ext cx="1120030" cy="2286000"/>
          </a:xfrm>
          <a:custGeom>
            <a:rect b="b" l="l" r="r" t="t"/>
            <a:pathLst>
              <a:path extrusionOk="0" h="2286000" w="2286000">
                <a:moveTo>
                  <a:pt x="0" y="0"/>
                </a:moveTo>
                <a:lnTo>
                  <a:pt x="2286000" y="0"/>
                </a:ln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98" name="Google Shape;98;p36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6">
            <a:hlinkClick r:id="rId6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36"/>
          <p:cNvPicPr preferRelativeResize="0"/>
          <p:nvPr/>
        </p:nvPicPr>
        <p:blipFill rotWithShape="1">
          <a:blip r:embed="rId8">
            <a:alphaModFix/>
          </a:blip>
          <a:srcRect b="22216" l="25543" r="68203" t="66667"/>
          <a:stretch/>
        </p:blipFill>
        <p:spPr>
          <a:xfrm>
            <a:off x="10309588" y="5333815"/>
            <a:ext cx="762382" cy="762370"/>
          </a:xfrm>
          <a:custGeom>
            <a:rect b="b" l="l" r="r" t="t"/>
            <a:pathLst>
              <a:path extrusionOk="0" h="762370" w="762382">
                <a:moveTo>
                  <a:pt x="381191" y="0"/>
                </a:moveTo>
                <a:cubicBezTo>
                  <a:pt x="591717" y="0"/>
                  <a:pt x="762382" y="170662"/>
                  <a:pt x="762382" y="381185"/>
                </a:cubicBezTo>
                <a:cubicBezTo>
                  <a:pt x="762382" y="591708"/>
                  <a:pt x="591717" y="762370"/>
                  <a:pt x="381191" y="762370"/>
                </a:cubicBezTo>
                <a:cubicBezTo>
                  <a:pt x="170665" y="762370"/>
                  <a:pt x="0" y="591708"/>
                  <a:pt x="0" y="381185"/>
                </a:cubicBezTo>
                <a:cubicBezTo>
                  <a:pt x="0" y="170662"/>
                  <a:pt x="170665" y="0"/>
                  <a:pt x="381191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01" name="Google Shape;101;p36"/>
          <p:cNvPicPr preferRelativeResize="0"/>
          <p:nvPr/>
        </p:nvPicPr>
        <p:blipFill rotWithShape="1">
          <a:blip r:embed="rId9">
            <a:alphaModFix/>
          </a:blip>
          <a:srcRect b="33333" l="3408" r="77841" t="33333"/>
          <a:stretch/>
        </p:blipFill>
        <p:spPr>
          <a:xfrm rot="5400000">
            <a:off x="0" y="0"/>
            <a:ext cx="2286000" cy="2286000"/>
          </a:xfrm>
          <a:custGeom>
            <a:rect b="b" l="l" r="r" t="t"/>
            <a:pathLst>
              <a:path extrusionOk="0" h="2286000" w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02" name="Google Shape;102;p36"/>
          <p:cNvPicPr preferRelativeResize="0"/>
          <p:nvPr/>
        </p:nvPicPr>
        <p:blipFill rotWithShape="1">
          <a:blip r:embed="rId10">
            <a:alphaModFix/>
          </a:blip>
          <a:srcRect b="0" l="15366" r="75231" t="88883"/>
          <a:stretch/>
        </p:blipFill>
        <p:spPr>
          <a:xfrm>
            <a:off x="11045627" y="6095628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03" name="Google Shape;103;p36"/>
          <p:cNvPicPr preferRelativeResize="0"/>
          <p:nvPr/>
        </p:nvPicPr>
        <p:blipFill rotWithShape="1">
          <a:blip r:embed="rId10">
            <a:alphaModFix/>
          </a:blip>
          <a:srcRect b="0" l="15366" r="75231" t="88883"/>
          <a:stretch/>
        </p:blipFill>
        <p:spPr>
          <a:xfrm>
            <a:off x="11045627" y="5333256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04" name="Google Shape;104;p36"/>
          <p:cNvPicPr preferRelativeResize="0"/>
          <p:nvPr/>
        </p:nvPicPr>
        <p:blipFill rotWithShape="1">
          <a:blip r:embed="rId10">
            <a:alphaModFix/>
          </a:blip>
          <a:srcRect b="0" l="15366" r="75231" t="88883"/>
          <a:stretch/>
        </p:blipFill>
        <p:spPr>
          <a:xfrm>
            <a:off x="11045627" y="4572000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PPTMON slide">
  <p:cSld name="4_PPTMON slid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7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37"/>
          <p:cNvPicPr preferRelativeResize="0"/>
          <p:nvPr/>
        </p:nvPicPr>
        <p:blipFill rotWithShape="1">
          <a:blip r:embed="rId7">
            <a:alphaModFix/>
          </a:blip>
          <a:srcRect b="0" l="62499" r="18750" t="66667"/>
          <a:stretch/>
        </p:blipFill>
        <p:spPr>
          <a:xfrm>
            <a:off x="0" y="0"/>
            <a:ext cx="2286040" cy="2285999"/>
          </a:xfrm>
          <a:custGeom>
            <a:rect b="b" l="l" r="r" t="t"/>
            <a:pathLst>
              <a:path extrusionOk="0" h="2285999" w="2286040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10" name="Google Shape;110;p37"/>
          <p:cNvPicPr preferRelativeResize="0"/>
          <p:nvPr/>
        </p:nvPicPr>
        <p:blipFill rotWithShape="1">
          <a:blip r:embed="rId8">
            <a:alphaModFix/>
          </a:blip>
          <a:srcRect b="66667" l="62499" r="18750" t="26667"/>
          <a:stretch/>
        </p:blipFill>
        <p:spPr>
          <a:xfrm>
            <a:off x="9906000" y="6400800"/>
            <a:ext cx="2286000" cy="457200"/>
          </a:xfrm>
          <a:custGeom>
            <a:rect b="b" l="l" r="r" t="t"/>
            <a:pathLst>
              <a:path extrusionOk="0" h="457200" w="2286000">
                <a:moveTo>
                  <a:pt x="0" y="0"/>
                </a:moveTo>
                <a:lnTo>
                  <a:pt x="2286000" y="0"/>
                </a:lnTo>
                <a:lnTo>
                  <a:pt x="2286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11" name="Google Shape;111;p37"/>
          <p:cNvPicPr preferRelativeResize="0"/>
          <p:nvPr/>
        </p:nvPicPr>
        <p:blipFill rotWithShape="1">
          <a:blip r:embed="rId9">
            <a:alphaModFix/>
          </a:blip>
          <a:srcRect b="49999" l="51576" r="39077" t="33336"/>
          <a:stretch/>
        </p:blipFill>
        <p:spPr>
          <a:xfrm>
            <a:off x="11052539" y="4794904"/>
            <a:ext cx="1139461" cy="1142820"/>
          </a:xfrm>
          <a:custGeom>
            <a:rect b="b" l="l" r="r" t="t"/>
            <a:pathLst>
              <a:path extrusionOk="0" h="1142820" w="1139461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PTMON title">
  <p:cSld name="2_PPTMON titl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8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38"/>
          <p:cNvGrpSpPr/>
          <p:nvPr/>
        </p:nvGrpSpPr>
        <p:grpSpPr>
          <a:xfrm>
            <a:off x="9906000" y="0"/>
            <a:ext cx="2286000" cy="2286000"/>
            <a:chOff x="9906000" y="2285999"/>
            <a:chExt cx="2286000" cy="2286000"/>
          </a:xfrm>
        </p:grpSpPr>
        <p:pic>
          <p:nvPicPr>
            <p:cNvPr id="117" name="Google Shape;117;p38"/>
            <p:cNvPicPr preferRelativeResize="0"/>
            <p:nvPr/>
          </p:nvPicPr>
          <p:blipFill rotWithShape="1">
            <a:blip r:embed="rId2">
              <a:alphaModFix/>
            </a:blip>
            <a:srcRect b="66667" l="17116" r="64134" t="0"/>
            <a:stretch/>
          </p:blipFill>
          <p:spPr>
            <a:xfrm>
              <a:off x="9906000" y="2285999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grpSp>
          <p:nvGrpSpPr>
            <p:cNvPr id="118" name="Google Shape;118;p38"/>
            <p:cNvGrpSpPr/>
            <p:nvPr/>
          </p:nvGrpSpPr>
          <p:grpSpPr>
            <a:xfrm>
              <a:off x="9906000" y="2286001"/>
              <a:ext cx="2286000" cy="2285998"/>
              <a:chOff x="-6410358" y="864255"/>
              <a:chExt cx="2286000" cy="2285998"/>
            </a:xfrm>
          </p:grpSpPr>
          <p:pic>
            <p:nvPicPr>
              <p:cNvPr id="119" name="Google Shape;119;p38"/>
              <p:cNvPicPr preferRelativeResize="0"/>
              <p:nvPr/>
            </p:nvPicPr>
            <p:blipFill rotWithShape="1">
              <a:blip r:embed="rId7">
                <a:alphaModFix/>
              </a:blip>
              <a:srcRect b="93333" l="62499" r="18750" t="0"/>
              <a:stretch/>
            </p:blipFill>
            <p:spPr>
              <a:xfrm>
                <a:off x="-6410358" y="864255"/>
                <a:ext cx="2286000" cy="457200"/>
              </a:xfrm>
              <a:custGeom>
                <a:rect b="b" l="l" r="r" t="t"/>
                <a:pathLst>
                  <a:path extrusionOk="0" h="457200" w="22860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120" name="Google Shape;120;p38"/>
              <p:cNvPicPr preferRelativeResize="0"/>
              <p:nvPr/>
            </p:nvPicPr>
            <p:blipFill rotWithShape="1">
              <a:blip r:embed="rId7">
                <a:alphaModFix/>
              </a:blip>
              <a:srcRect b="80000" l="62499" r="18750" t="13333"/>
              <a:stretch/>
            </p:blipFill>
            <p:spPr>
              <a:xfrm>
                <a:off x="-6410358" y="1778654"/>
                <a:ext cx="2286000" cy="457200"/>
              </a:xfrm>
              <a:custGeom>
                <a:rect b="b" l="l" r="r" t="t"/>
                <a:pathLst>
                  <a:path extrusionOk="0" h="457200" w="22860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121" name="Google Shape;121;p38"/>
              <p:cNvPicPr preferRelativeResize="0"/>
              <p:nvPr/>
            </p:nvPicPr>
            <p:blipFill rotWithShape="1">
              <a:blip r:embed="rId7">
                <a:alphaModFix/>
              </a:blip>
              <a:srcRect b="66667" l="62499" r="18750" t="26667"/>
              <a:stretch/>
            </p:blipFill>
            <p:spPr>
              <a:xfrm>
                <a:off x="-6410358" y="2693053"/>
                <a:ext cx="2286000" cy="457200"/>
              </a:xfrm>
              <a:custGeom>
                <a:rect b="b" l="l" r="r" t="t"/>
                <a:pathLst>
                  <a:path extrusionOk="0" h="457200" w="22860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</p:grpSp>
      <p:grpSp>
        <p:nvGrpSpPr>
          <p:cNvPr id="122" name="Google Shape;122;p38"/>
          <p:cNvGrpSpPr/>
          <p:nvPr/>
        </p:nvGrpSpPr>
        <p:grpSpPr>
          <a:xfrm rot="-5400000">
            <a:off x="-1143040" y="1143041"/>
            <a:ext cx="4572080" cy="2286000"/>
            <a:chOff x="12678343" y="-466927"/>
            <a:chExt cx="4572080" cy="2286000"/>
          </a:xfrm>
        </p:grpSpPr>
        <p:grpSp>
          <p:nvGrpSpPr>
            <p:cNvPr id="123" name="Google Shape;123;p38"/>
            <p:cNvGrpSpPr/>
            <p:nvPr/>
          </p:nvGrpSpPr>
          <p:grpSpPr>
            <a:xfrm>
              <a:off x="12678343" y="-466927"/>
              <a:ext cx="2286040" cy="2286000"/>
              <a:chOff x="7619960" y="4572000"/>
              <a:chExt cx="2286040" cy="2286000"/>
            </a:xfrm>
          </p:grpSpPr>
          <p:pic>
            <p:nvPicPr>
              <p:cNvPr id="124" name="Google Shape;124;p38"/>
              <p:cNvPicPr preferRelativeResize="0"/>
              <p:nvPr/>
            </p:nvPicPr>
            <p:blipFill rotWithShape="1">
              <a:blip r:embed="rId8">
                <a:alphaModFix/>
              </a:blip>
              <a:srcRect b="66667" l="17116" r="64134" t="0"/>
              <a:stretch/>
            </p:blipFill>
            <p:spPr>
              <a:xfrm>
                <a:off x="7620000" y="4572000"/>
                <a:ext cx="2286000" cy="2286000"/>
              </a:xfrm>
              <a:custGeom>
                <a:rect b="b" l="l" r="r" t="t"/>
                <a:pathLst>
                  <a:path extrusionOk="0" h="2286000" w="22860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2286000"/>
                    </a:lnTo>
                    <a:lnTo>
                      <a:pt x="0" y="22860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125" name="Google Shape;125;p38"/>
              <p:cNvPicPr preferRelativeResize="0"/>
              <p:nvPr/>
            </p:nvPicPr>
            <p:blipFill rotWithShape="1">
              <a:blip r:embed="rId7">
                <a:alphaModFix/>
              </a:blip>
              <a:srcRect b="0" l="62499" r="18750" t="66667"/>
              <a:stretch/>
            </p:blipFill>
            <p:spPr>
              <a:xfrm flipH="1">
                <a:off x="7619960" y="4572000"/>
                <a:ext cx="2286040" cy="2285999"/>
              </a:xfrm>
              <a:custGeom>
                <a:rect b="b" l="l" r="r" t="t"/>
                <a:pathLst>
                  <a:path extrusionOk="0" h="2285999" w="2286040">
                    <a:moveTo>
                      <a:pt x="40" y="0"/>
                    </a:moveTo>
                    <a:lnTo>
                      <a:pt x="2286040" y="0"/>
                    </a:lnTo>
                    <a:cubicBezTo>
                      <a:pt x="2286040" y="1183616"/>
                      <a:pt x="1386500" y="2157132"/>
                      <a:pt x="233770" y="2274198"/>
                    </a:cubicBezTo>
                    <a:lnTo>
                      <a:pt x="60" y="2285999"/>
                    </a:lnTo>
                    <a:lnTo>
                      <a:pt x="20" y="2285999"/>
                    </a:lnTo>
                    <a:lnTo>
                      <a:pt x="0" y="2285998"/>
                    </a:lnTo>
                    <a:lnTo>
                      <a:pt x="40" y="2285998"/>
                    </a:lnTo>
                    <a:lnTo>
                      <a:pt x="4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  <p:grpSp>
          <p:nvGrpSpPr>
            <p:cNvPr id="126" name="Google Shape;126;p38"/>
            <p:cNvGrpSpPr/>
            <p:nvPr/>
          </p:nvGrpSpPr>
          <p:grpSpPr>
            <a:xfrm>
              <a:off x="14964383" y="-466927"/>
              <a:ext cx="2286040" cy="2286000"/>
              <a:chOff x="9906000" y="4572000"/>
              <a:chExt cx="2286040" cy="2286000"/>
            </a:xfrm>
          </p:grpSpPr>
          <p:pic>
            <p:nvPicPr>
              <p:cNvPr id="127" name="Google Shape;127;p38"/>
              <p:cNvPicPr preferRelativeResize="0"/>
              <p:nvPr/>
            </p:nvPicPr>
            <p:blipFill rotWithShape="1">
              <a:blip r:embed="rId9">
                <a:alphaModFix/>
              </a:blip>
              <a:srcRect b="66667" l="17116" r="64134" t="0"/>
              <a:stretch/>
            </p:blipFill>
            <p:spPr>
              <a:xfrm>
                <a:off x="9906000" y="4572000"/>
                <a:ext cx="2286000" cy="2286000"/>
              </a:xfrm>
              <a:custGeom>
                <a:rect b="b" l="l" r="r" t="t"/>
                <a:pathLst>
                  <a:path extrusionOk="0" h="2286000" w="22860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2286000"/>
                    </a:lnTo>
                    <a:lnTo>
                      <a:pt x="0" y="22860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128" name="Google Shape;128;p38"/>
              <p:cNvPicPr preferRelativeResize="0"/>
              <p:nvPr/>
            </p:nvPicPr>
            <p:blipFill rotWithShape="1">
              <a:blip r:embed="rId10">
                <a:alphaModFix/>
              </a:blip>
              <a:srcRect b="0" l="62499" r="18750" t="66667"/>
              <a:stretch/>
            </p:blipFill>
            <p:spPr>
              <a:xfrm>
                <a:off x="9906000" y="4572000"/>
                <a:ext cx="2286040" cy="2285999"/>
              </a:xfrm>
              <a:custGeom>
                <a:rect b="b" l="l" r="r" t="t"/>
                <a:pathLst>
                  <a:path extrusionOk="0" h="2285999" w="2286040">
                    <a:moveTo>
                      <a:pt x="40" y="0"/>
                    </a:moveTo>
                    <a:lnTo>
                      <a:pt x="2286040" y="0"/>
                    </a:lnTo>
                    <a:cubicBezTo>
                      <a:pt x="2286040" y="1183616"/>
                      <a:pt x="1386500" y="2157132"/>
                      <a:pt x="233770" y="2274198"/>
                    </a:cubicBezTo>
                    <a:lnTo>
                      <a:pt x="60" y="2285999"/>
                    </a:lnTo>
                    <a:lnTo>
                      <a:pt x="20" y="2285999"/>
                    </a:lnTo>
                    <a:lnTo>
                      <a:pt x="0" y="2285998"/>
                    </a:lnTo>
                    <a:lnTo>
                      <a:pt x="40" y="2285998"/>
                    </a:lnTo>
                    <a:lnTo>
                      <a:pt x="4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</p:grpSp>
      <p:grpSp>
        <p:nvGrpSpPr>
          <p:cNvPr id="129" name="Google Shape;129;p38"/>
          <p:cNvGrpSpPr/>
          <p:nvPr/>
        </p:nvGrpSpPr>
        <p:grpSpPr>
          <a:xfrm>
            <a:off x="9906000" y="2286000"/>
            <a:ext cx="2286000" cy="2286000"/>
            <a:chOff x="5332228" y="4572000"/>
            <a:chExt cx="2286000" cy="2286000"/>
          </a:xfrm>
        </p:grpSpPr>
        <p:pic>
          <p:nvPicPr>
            <p:cNvPr id="130" name="Google Shape;130;p38"/>
            <p:cNvPicPr preferRelativeResize="0"/>
            <p:nvPr/>
          </p:nvPicPr>
          <p:blipFill rotWithShape="1">
            <a:blip r:embed="rId9">
              <a:alphaModFix/>
            </a:blip>
            <a:srcRect b="66667" l="17116" r="64134" t="0"/>
            <a:stretch/>
          </p:blipFill>
          <p:spPr>
            <a:xfrm>
              <a:off x="5332228" y="4572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31" name="Google Shape;131;p38"/>
            <p:cNvPicPr preferRelativeResize="0"/>
            <p:nvPr/>
          </p:nvPicPr>
          <p:blipFill rotWithShape="1">
            <a:blip r:embed="rId11">
              <a:alphaModFix/>
            </a:blip>
            <a:srcRect b="3124" l="82799" r="1548" t="69050"/>
            <a:stretch/>
          </p:blipFill>
          <p:spPr>
            <a:xfrm>
              <a:off x="5521094" y="4760866"/>
              <a:ext cx="1908268" cy="1908268"/>
            </a:xfrm>
            <a:custGeom>
              <a:rect b="b" l="l" r="r" t="t"/>
              <a:pathLst>
                <a:path extrusionOk="0" h="1908268" w="1908268">
                  <a:moveTo>
                    <a:pt x="954134" y="0"/>
                  </a:moveTo>
                  <a:cubicBezTo>
                    <a:pt x="1481088" y="0"/>
                    <a:pt x="1908268" y="427180"/>
                    <a:pt x="1908268" y="954134"/>
                  </a:cubicBezTo>
                  <a:cubicBezTo>
                    <a:pt x="1908268" y="1481088"/>
                    <a:pt x="1481088" y="1908268"/>
                    <a:pt x="954134" y="1908268"/>
                  </a:cubicBezTo>
                  <a:cubicBezTo>
                    <a:pt x="427180" y="1908268"/>
                    <a:pt x="0" y="1481088"/>
                    <a:pt x="0" y="954134"/>
                  </a:cubicBezTo>
                  <a:cubicBezTo>
                    <a:pt x="0" y="427180"/>
                    <a:pt x="427180" y="0"/>
                    <a:pt x="954134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32" name="Google Shape;132;p38"/>
            <p:cNvPicPr preferRelativeResize="0"/>
            <p:nvPr/>
          </p:nvPicPr>
          <p:blipFill rotWithShape="1">
            <a:blip r:embed="rId10">
              <a:alphaModFix/>
            </a:blip>
            <a:srcRect b="22216" l="25543" r="68203" t="66667"/>
            <a:stretch/>
          </p:blipFill>
          <p:spPr>
            <a:xfrm>
              <a:off x="6094037" y="5333815"/>
              <a:ext cx="762382" cy="762370"/>
            </a:xfrm>
            <a:custGeom>
              <a:rect b="b" l="l" r="r" t="t"/>
              <a:pathLst>
                <a:path extrusionOk="0" h="762370" w="762382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133" name="Google Shape;133;p38"/>
          <p:cNvGrpSpPr/>
          <p:nvPr/>
        </p:nvGrpSpPr>
        <p:grpSpPr>
          <a:xfrm>
            <a:off x="0" y="4572000"/>
            <a:ext cx="2286000" cy="2286000"/>
            <a:chOff x="5332228" y="2286000"/>
            <a:chExt cx="2286000" cy="2286000"/>
          </a:xfrm>
        </p:grpSpPr>
        <p:pic>
          <p:nvPicPr>
            <p:cNvPr id="134" name="Google Shape;134;p38"/>
            <p:cNvPicPr preferRelativeResize="0"/>
            <p:nvPr/>
          </p:nvPicPr>
          <p:blipFill rotWithShape="1">
            <a:blip r:embed="rId7">
              <a:alphaModFix/>
            </a:blip>
            <a:srcRect b="66667" l="17116" r="64134" t="0"/>
            <a:stretch/>
          </p:blipFill>
          <p:spPr>
            <a:xfrm>
              <a:off x="5332228" y="2286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35" name="Google Shape;135;p38"/>
            <p:cNvPicPr preferRelativeResize="0"/>
            <p:nvPr/>
          </p:nvPicPr>
          <p:blipFill rotWithShape="1">
            <a:blip r:embed="rId2">
              <a:alphaModFix/>
            </a:blip>
            <a:srcRect b="68841" l="45270" r="39077" t="25593"/>
            <a:stretch/>
          </p:blipFill>
          <p:spPr>
            <a:xfrm>
              <a:off x="5521093" y="4001481"/>
              <a:ext cx="1908271" cy="381654"/>
            </a:xfrm>
            <a:custGeom>
              <a:rect b="b" l="l" r="r" t="t"/>
              <a:pathLst>
                <a:path extrusionOk="0" h="381654" w="1908271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36" name="Google Shape;136;p38"/>
            <p:cNvPicPr preferRelativeResize="0"/>
            <p:nvPr/>
          </p:nvPicPr>
          <p:blipFill rotWithShape="1">
            <a:blip r:embed="rId10">
              <a:alphaModFix/>
            </a:blip>
            <a:srcRect b="79971" l="45270" r="39077" t="14463"/>
            <a:stretch/>
          </p:blipFill>
          <p:spPr>
            <a:xfrm>
              <a:off x="5521093" y="3238174"/>
              <a:ext cx="1908271" cy="381654"/>
            </a:xfrm>
            <a:custGeom>
              <a:rect b="b" l="l" r="r" t="t"/>
              <a:pathLst>
                <a:path extrusionOk="0" h="381654" w="1908271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37" name="Google Shape;137;p38"/>
            <p:cNvPicPr preferRelativeResize="0"/>
            <p:nvPr/>
          </p:nvPicPr>
          <p:blipFill rotWithShape="1">
            <a:blip r:embed="rId11">
              <a:alphaModFix/>
            </a:blip>
            <a:srcRect b="91102" l="45270" r="39077" t="3333"/>
            <a:stretch/>
          </p:blipFill>
          <p:spPr>
            <a:xfrm>
              <a:off x="5521093" y="2474866"/>
              <a:ext cx="1908271" cy="381654"/>
            </a:xfrm>
            <a:custGeom>
              <a:rect b="b" l="l" r="r" t="t"/>
              <a:pathLst>
                <a:path extrusionOk="0" h="381654" w="1908271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138" name="Google Shape;138;p38"/>
          <p:cNvGrpSpPr/>
          <p:nvPr/>
        </p:nvGrpSpPr>
        <p:grpSpPr>
          <a:xfrm>
            <a:off x="9906000" y="4572000"/>
            <a:ext cx="2286000" cy="2286000"/>
            <a:chOff x="3047915" y="4572000"/>
            <a:chExt cx="2286000" cy="2286000"/>
          </a:xfrm>
        </p:grpSpPr>
        <p:pic>
          <p:nvPicPr>
            <p:cNvPr id="139" name="Google Shape;139;p38"/>
            <p:cNvPicPr preferRelativeResize="0"/>
            <p:nvPr/>
          </p:nvPicPr>
          <p:blipFill rotWithShape="1">
            <a:blip r:embed="rId7">
              <a:alphaModFix/>
            </a:blip>
            <a:srcRect b="66667" l="17116" r="64134" t="0"/>
            <a:stretch/>
          </p:blipFill>
          <p:spPr>
            <a:xfrm>
              <a:off x="3047915" y="4572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40" name="Google Shape;140;p38"/>
            <p:cNvPicPr preferRelativeResize="0"/>
            <p:nvPr/>
          </p:nvPicPr>
          <p:blipFill rotWithShape="1">
            <a:blip r:embed="rId10">
              <a:alphaModFix/>
            </a:blip>
            <a:srcRect b="49999" l="51576" r="39077" t="33336"/>
            <a:stretch/>
          </p:blipFill>
          <p:spPr>
            <a:xfrm>
              <a:off x="3047915" y="4572000"/>
              <a:ext cx="1139461" cy="1142820"/>
            </a:xfrm>
            <a:custGeom>
              <a:rect b="b" l="l" r="r" t="t"/>
              <a:pathLst>
                <a:path extrusionOk="0" h="1142820" w="1139461">
                  <a:moveTo>
                    <a:pt x="1139461" y="0"/>
                  </a:moveTo>
                  <a:lnTo>
                    <a:pt x="1139461" y="571678"/>
                  </a:lnTo>
                  <a:lnTo>
                    <a:pt x="1027823" y="582932"/>
                  </a:lnTo>
                  <a:cubicBezTo>
                    <a:pt x="799953" y="629561"/>
                    <a:pt x="621483" y="811806"/>
                    <a:pt x="580426" y="1041656"/>
                  </a:cubicBezTo>
                  <a:lnTo>
                    <a:pt x="571500" y="1142820"/>
                  </a:lnTo>
                  <a:lnTo>
                    <a:pt x="0" y="1142820"/>
                  </a:lnTo>
                  <a:lnTo>
                    <a:pt x="5192" y="1033167"/>
                  </a:lnTo>
                  <a:cubicBezTo>
                    <a:pt x="56716" y="491842"/>
                    <a:pt x="485794" y="60597"/>
                    <a:pt x="1026135" y="5722"/>
                  </a:cubicBezTo>
                  <a:lnTo>
                    <a:pt x="1139461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41" name="Google Shape;141;p38"/>
            <p:cNvPicPr preferRelativeResize="0"/>
            <p:nvPr/>
          </p:nvPicPr>
          <p:blipFill rotWithShape="1">
            <a:blip r:embed="rId8">
              <a:alphaModFix/>
            </a:blip>
            <a:srcRect b="66667" l="62499" r="18750" t="26667"/>
            <a:stretch/>
          </p:blipFill>
          <p:spPr>
            <a:xfrm>
              <a:off x="3047915" y="6400800"/>
              <a:ext cx="2286000" cy="457200"/>
            </a:xfrm>
            <a:custGeom>
              <a:rect b="b" l="l" r="r" t="t"/>
              <a:pathLst>
                <a:path extrusionOk="0" h="457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PTMON slide">
  <p:cSld name="3_PPTMON slid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9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39"/>
          <p:cNvGrpSpPr/>
          <p:nvPr/>
        </p:nvGrpSpPr>
        <p:grpSpPr>
          <a:xfrm flipH="1">
            <a:off x="10094866" y="188866"/>
            <a:ext cx="1908268" cy="1908268"/>
            <a:chOff x="-2475042" y="-1253046"/>
            <a:chExt cx="1908268" cy="1908268"/>
          </a:xfrm>
        </p:grpSpPr>
        <p:pic>
          <p:nvPicPr>
            <p:cNvPr id="147" name="Google Shape;147;p39"/>
            <p:cNvPicPr preferRelativeResize="0"/>
            <p:nvPr/>
          </p:nvPicPr>
          <p:blipFill rotWithShape="1">
            <a:blip r:embed="rId7">
              <a:alphaModFix/>
            </a:blip>
            <a:srcRect b="3124" l="82799" r="1548" t="69050"/>
            <a:stretch/>
          </p:blipFill>
          <p:spPr>
            <a:xfrm>
              <a:off x="-2475042" y="-1253046"/>
              <a:ext cx="1908268" cy="1908268"/>
            </a:xfrm>
            <a:custGeom>
              <a:rect b="b" l="l" r="r" t="t"/>
              <a:pathLst>
                <a:path extrusionOk="0" h="1908268" w="1908268">
                  <a:moveTo>
                    <a:pt x="954134" y="0"/>
                  </a:moveTo>
                  <a:cubicBezTo>
                    <a:pt x="1481088" y="0"/>
                    <a:pt x="1908268" y="427180"/>
                    <a:pt x="1908268" y="954134"/>
                  </a:cubicBezTo>
                  <a:cubicBezTo>
                    <a:pt x="1908268" y="1481088"/>
                    <a:pt x="1481088" y="1908268"/>
                    <a:pt x="954134" y="1908268"/>
                  </a:cubicBezTo>
                  <a:cubicBezTo>
                    <a:pt x="427180" y="1908268"/>
                    <a:pt x="0" y="1481088"/>
                    <a:pt x="0" y="954134"/>
                  </a:cubicBezTo>
                  <a:cubicBezTo>
                    <a:pt x="0" y="427180"/>
                    <a:pt x="427180" y="0"/>
                    <a:pt x="954134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48" name="Google Shape;148;p39"/>
            <p:cNvPicPr preferRelativeResize="0"/>
            <p:nvPr/>
          </p:nvPicPr>
          <p:blipFill rotWithShape="1">
            <a:blip r:embed="rId8">
              <a:alphaModFix/>
            </a:blip>
            <a:srcRect b="22216" l="25543" r="68203" t="66667"/>
            <a:stretch/>
          </p:blipFill>
          <p:spPr>
            <a:xfrm>
              <a:off x="-1902099" y="-680097"/>
              <a:ext cx="762382" cy="762370"/>
            </a:xfrm>
            <a:custGeom>
              <a:rect b="b" l="l" r="r" t="t"/>
              <a:pathLst>
                <a:path extrusionOk="0" h="762370" w="762382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pic>
        <p:nvPicPr>
          <p:cNvPr id="149" name="Google Shape;149;p39"/>
          <p:cNvPicPr preferRelativeResize="0"/>
          <p:nvPr/>
        </p:nvPicPr>
        <p:blipFill rotWithShape="1">
          <a:blip r:embed="rId9">
            <a:alphaModFix/>
          </a:blip>
          <a:srcRect b="0" l="15366" r="75231" t="88883"/>
          <a:stretch/>
        </p:blipFill>
        <p:spPr>
          <a:xfrm flipH="1">
            <a:off x="0" y="6095628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50" name="Google Shape;150;p39"/>
          <p:cNvPicPr preferRelativeResize="0"/>
          <p:nvPr/>
        </p:nvPicPr>
        <p:blipFill rotWithShape="1">
          <a:blip r:embed="rId9">
            <a:alphaModFix/>
          </a:blip>
          <a:srcRect b="0" l="15366" r="75231" t="88883"/>
          <a:stretch/>
        </p:blipFill>
        <p:spPr>
          <a:xfrm flipH="1">
            <a:off x="0" y="5333814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51" name="Google Shape;151;p39"/>
          <p:cNvPicPr preferRelativeResize="0"/>
          <p:nvPr/>
        </p:nvPicPr>
        <p:blipFill rotWithShape="1">
          <a:blip r:embed="rId9">
            <a:alphaModFix/>
          </a:blip>
          <a:srcRect b="0" l="15366" r="75231" t="88883"/>
          <a:stretch/>
        </p:blipFill>
        <p:spPr>
          <a:xfrm flipH="1">
            <a:off x="0" y="4572000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52" name="Google Shape;152;p39"/>
          <p:cNvPicPr preferRelativeResize="0"/>
          <p:nvPr/>
        </p:nvPicPr>
        <p:blipFill rotWithShape="1">
          <a:blip r:embed="rId10">
            <a:alphaModFix/>
          </a:blip>
          <a:srcRect b="0" l="15366" r="75231" t="88883"/>
          <a:stretch/>
        </p:blipFill>
        <p:spPr>
          <a:xfrm flipH="1">
            <a:off x="1139627" y="6095628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53" name="Google Shape;153;p39"/>
          <p:cNvPicPr preferRelativeResize="0"/>
          <p:nvPr/>
        </p:nvPicPr>
        <p:blipFill rotWithShape="1">
          <a:blip r:embed="rId10">
            <a:alphaModFix/>
          </a:blip>
          <a:srcRect b="0" l="15366" r="75231" t="88883"/>
          <a:stretch/>
        </p:blipFill>
        <p:spPr>
          <a:xfrm flipH="1">
            <a:off x="1139627" y="5333814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54" name="Google Shape;154;p39"/>
          <p:cNvPicPr preferRelativeResize="0"/>
          <p:nvPr/>
        </p:nvPicPr>
        <p:blipFill rotWithShape="1">
          <a:blip r:embed="rId10">
            <a:alphaModFix/>
          </a:blip>
          <a:srcRect b="0" l="15366" r="75231" t="88883"/>
          <a:stretch/>
        </p:blipFill>
        <p:spPr>
          <a:xfrm flipH="1">
            <a:off x="1139627" y="4572000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0"/>
          <p:cNvSpPr txBox="1"/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umans"/>
              <a:buNone/>
              <a:defRPr>
                <a:latin typeface="Baumans"/>
                <a:ea typeface="Baumans"/>
                <a:cs typeface="Baumans"/>
                <a:sym typeface="Baum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0"/>
          <p:cNvSpPr txBox="1"/>
          <p:nvPr>
            <p:ph idx="1" type="body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58" name="Google Shape;158;p4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59" name="Google Shape;159;p4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0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60" name="Google Shape;160;p40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PTMON title">
  <p:cSld name="3_PPTMON title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4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1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41"/>
          <p:cNvGrpSpPr/>
          <p:nvPr/>
        </p:nvGrpSpPr>
        <p:grpSpPr>
          <a:xfrm>
            <a:off x="9906000" y="4572000"/>
            <a:ext cx="2286000" cy="2286000"/>
            <a:chOff x="5332228" y="0"/>
            <a:chExt cx="2286000" cy="2286000"/>
          </a:xfrm>
        </p:grpSpPr>
        <p:pic>
          <p:nvPicPr>
            <p:cNvPr id="166" name="Google Shape;166;p41"/>
            <p:cNvPicPr preferRelativeResize="0"/>
            <p:nvPr/>
          </p:nvPicPr>
          <p:blipFill rotWithShape="1">
            <a:blip r:embed="rId7">
              <a:alphaModFix/>
            </a:blip>
            <a:srcRect b="66667" l="17116" r="64134" t="0"/>
            <a:stretch/>
          </p:blipFill>
          <p:spPr>
            <a:xfrm>
              <a:off x="5332228" y="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67" name="Google Shape;167;p41"/>
            <p:cNvPicPr preferRelativeResize="0"/>
            <p:nvPr/>
          </p:nvPicPr>
          <p:blipFill rotWithShape="1">
            <a:blip r:embed="rId8">
              <a:alphaModFix/>
            </a:blip>
            <a:srcRect b="0" l="43693" r="51606" t="88883"/>
            <a:stretch/>
          </p:blipFill>
          <p:spPr>
            <a:xfrm>
              <a:off x="6475228" y="1523628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68" name="Google Shape;168;p41"/>
            <p:cNvPicPr preferRelativeResize="0"/>
            <p:nvPr/>
          </p:nvPicPr>
          <p:blipFill rotWithShape="1">
            <a:blip r:embed="rId9">
              <a:alphaModFix/>
            </a:blip>
            <a:srcRect b="0" l="43693" r="51606" t="88883"/>
            <a:stretch/>
          </p:blipFill>
          <p:spPr>
            <a:xfrm>
              <a:off x="7045041" y="1523628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69" name="Google Shape;169;p41"/>
            <p:cNvPicPr preferRelativeResize="0"/>
            <p:nvPr/>
          </p:nvPicPr>
          <p:blipFill rotWithShape="1">
            <a:blip r:embed="rId2">
              <a:alphaModFix/>
            </a:blip>
            <a:srcRect b="0" l="15366" r="75231" t="88883"/>
            <a:stretch/>
          </p:blipFill>
          <p:spPr>
            <a:xfrm>
              <a:off x="6471854" y="763740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70" name="Google Shape;170;p41"/>
            <p:cNvPicPr preferRelativeResize="0"/>
            <p:nvPr/>
          </p:nvPicPr>
          <p:blipFill rotWithShape="1">
            <a:blip r:embed="rId8">
              <a:alphaModFix/>
            </a:blip>
            <a:srcRect b="0" l="43693" r="51606" t="88883"/>
            <a:stretch/>
          </p:blipFill>
          <p:spPr>
            <a:xfrm>
              <a:off x="5332228" y="1523628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71" name="Google Shape;171;p41"/>
            <p:cNvPicPr preferRelativeResize="0"/>
            <p:nvPr/>
          </p:nvPicPr>
          <p:blipFill rotWithShape="1">
            <a:blip r:embed="rId9">
              <a:alphaModFix/>
            </a:blip>
            <a:srcRect b="0" l="43693" r="51606" t="88883"/>
            <a:stretch/>
          </p:blipFill>
          <p:spPr>
            <a:xfrm>
              <a:off x="5902041" y="1523628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72" name="Google Shape;172;p41"/>
            <p:cNvPicPr preferRelativeResize="0"/>
            <p:nvPr/>
          </p:nvPicPr>
          <p:blipFill rotWithShape="1">
            <a:blip r:embed="rId2">
              <a:alphaModFix/>
            </a:blip>
            <a:srcRect b="0" l="15366" r="75231" t="88883"/>
            <a:stretch/>
          </p:blipFill>
          <p:spPr>
            <a:xfrm>
              <a:off x="5332228" y="763740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173" name="Google Shape;173;p41"/>
          <p:cNvGrpSpPr/>
          <p:nvPr/>
        </p:nvGrpSpPr>
        <p:grpSpPr>
          <a:xfrm>
            <a:off x="0" y="0"/>
            <a:ext cx="2286000" cy="2286000"/>
            <a:chOff x="3047915" y="2286000"/>
            <a:chExt cx="2286000" cy="2286000"/>
          </a:xfrm>
        </p:grpSpPr>
        <p:pic>
          <p:nvPicPr>
            <p:cNvPr id="174" name="Google Shape;174;p41"/>
            <p:cNvPicPr preferRelativeResize="0"/>
            <p:nvPr/>
          </p:nvPicPr>
          <p:blipFill rotWithShape="1">
            <a:blip r:embed="rId9">
              <a:alphaModFix/>
            </a:blip>
            <a:srcRect b="66667" l="17116" r="64134" t="0"/>
            <a:stretch/>
          </p:blipFill>
          <p:spPr>
            <a:xfrm>
              <a:off x="3047915" y="2286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75" name="Google Shape;175;p41"/>
            <p:cNvPicPr preferRelativeResize="0"/>
            <p:nvPr/>
          </p:nvPicPr>
          <p:blipFill rotWithShape="1">
            <a:blip r:embed="rId10">
              <a:alphaModFix/>
            </a:blip>
            <a:srcRect b="0" l="15366" r="75231" t="88883"/>
            <a:stretch/>
          </p:blipFill>
          <p:spPr>
            <a:xfrm>
              <a:off x="4187542" y="3809628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76" name="Google Shape;176;p41"/>
            <p:cNvPicPr preferRelativeResize="0"/>
            <p:nvPr/>
          </p:nvPicPr>
          <p:blipFill rotWithShape="1">
            <a:blip r:embed="rId10">
              <a:alphaModFix/>
            </a:blip>
            <a:srcRect b="0" l="15366" r="75231" t="88883"/>
            <a:stretch/>
          </p:blipFill>
          <p:spPr>
            <a:xfrm>
              <a:off x="4187542" y="3047814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77" name="Google Shape;177;p41"/>
            <p:cNvPicPr preferRelativeResize="0"/>
            <p:nvPr/>
          </p:nvPicPr>
          <p:blipFill rotWithShape="1">
            <a:blip r:embed="rId10">
              <a:alphaModFix/>
            </a:blip>
            <a:srcRect b="0" l="15366" r="75231" t="88883"/>
            <a:stretch/>
          </p:blipFill>
          <p:spPr>
            <a:xfrm>
              <a:off x="4187542" y="2286000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78" name="Google Shape;178;p41"/>
            <p:cNvPicPr preferRelativeResize="0"/>
            <p:nvPr/>
          </p:nvPicPr>
          <p:blipFill rotWithShape="1">
            <a:blip r:embed="rId10">
              <a:alphaModFix/>
            </a:blip>
            <a:srcRect b="66667" l="17116" r="73563" t="0"/>
            <a:stretch/>
          </p:blipFill>
          <p:spPr>
            <a:xfrm>
              <a:off x="3047915" y="2286000"/>
              <a:ext cx="1136254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79" name="Google Shape;179;p41"/>
            <p:cNvPicPr preferRelativeResize="0"/>
            <p:nvPr/>
          </p:nvPicPr>
          <p:blipFill rotWithShape="1">
            <a:blip r:embed="rId9">
              <a:alphaModFix/>
            </a:blip>
            <a:srcRect b="0" l="15366" r="75231" t="88883"/>
            <a:stretch/>
          </p:blipFill>
          <p:spPr>
            <a:xfrm>
              <a:off x="3047915" y="3809628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80" name="Google Shape;180;p41"/>
            <p:cNvPicPr preferRelativeResize="0"/>
            <p:nvPr/>
          </p:nvPicPr>
          <p:blipFill rotWithShape="1">
            <a:blip r:embed="rId9">
              <a:alphaModFix/>
            </a:blip>
            <a:srcRect b="0" l="15366" r="75231" t="88883"/>
            <a:stretch/>
          </p:blipFill>
          <p:spPr>
            <a:xfrm>
              <a:off x="3047915" y="3047814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81" name="Google Shape;181;p41"/>
            <p:cNvPicPr preferRelativeResize="0"/>
            <p:nvPr/>
          </p:nvPicPr>
          <p:blipFill rotWithShape="1">
            <a:blip r:embed="rId9">
              <a:alphaModFix/>
            </a:blip>
            <a:srcRect b="0" l="15366" r="75231" t="88883"/>
            <a:stretch/>
          </p:blipFill>
          <p:spPr>
            <a:xfrm>
              <a:off x="3047915" y="2286000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182" name="Google Shape;182;p41"/>
          <p:cNvGrpSpPr/>
          <p:nvPr/>
        </p:nvGrpSpPr>
        <p:grpSpPr>
          <a:xfrm rot="-5400000">
            <a:off x="280" y="4571720"/>
            <a:ext cx="2286000" cy="2286559"/>
            <a:chOff x="762677" y="2285441"/>
            <a:chExt cx="2286000" cy="2286559"/>
          </a:xfrm>
        </p:grpSpPr>
        <p:pic>
          <p:nvPicPr>
            <p:cNvPr id="183" name="Google Shape;183;p41"/>
            <p:cNvPicPr preferRelativeResize="0"/>
            <p:nvPr/>
          </p:nvPicPr>
          <p:blipFill rotWithShape="1">
            <a:blip r:embed="rId9">
              <a:alphaModFix/>
            </a:blip>
            <a:srcRect b="66667" l="17116" r="64134" t="0"/>
            <a:stretch/>
          </p:blipFill>
          <p:spPr>
            <a:xfrm>
              <a:off x="762677" y="2286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84" name="Google Shape;184;p41"/>
            <p:cNvPicPr preferRelativeResize="0"/>
            <p:nvPr/>
          </p:nvPicPr>
          <p:blipFill rotWithShape="1">
            <a:blip r:embed="rId7">
              <a:alphaModFix/>
            </a:blip>
            <a:srcRect b="0" l="71847" r="18901" t="83275"/>
            <a:stretch/>
          </p:blipFill>
          <p:spPr>
            <a:xfrm>
              <a:off x="766851" y="2285441"/>
              <a:ext cx="1127905" cy="1147025"/>
            </a:xfrm>
            <a:custGeom>
              <a:rect b="b" l="l" r="r" t="t"/>
              <a:pathLst>
                <a:path extrusionOk="0" h="2285999" w="2286040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185" name="Google Shape;185;p41"/>
          <p:cNvGrpSpPr/>
          <p:nvPr/>
        </p:nvGrpSpPr>
        <p:grpSpPr>
          <a:xfrm>
            <a:off x="9906000" y="0"/>
            <a:ext cx="2286000" cy="2286000"/>
            <a:chOff x="3047915" y="0"/>
            <a:chExt cx="2286000" cy="2286000"/>
          </a:xfrm>
        </p:grpSpPr>
        <p:pic>
          <p:nvPicPr>
            <p:cNvPr id="186" name="Google Shape;186;p41"/>
            <p:cNvPicPr preferRelativeResize="0"/>
            <p:nvPr/>
          </p:nvPicPr>
          <p:blipFill rotWithShape="1">
            <a:blip r:embed="rId11">
              <a:alphaModFix/>
            </a:blip>
            <a:srcRect b="66667" l="17116" r="64134" t="0"/>
            <a:stretch/>
          </p:blipFill>
          <p:spPr>
            <a:xfrm>
              <a:off x="3047915" y="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grpSp>
          <p:nvGrpSpPr>
            <p:cNvPr id="187" name="Google Shape;187;p41"/>
            <p:cNvGrpSpPr/>
            <p:nvPr/>
          </p:nvGrpSpPr>
          <p:grpSpPr>
            <a:xfrm>
              <a:off x="3493180" y="449192"/>
              <a:ext cx="1395471" cy="1387617"/>
              <a:chOff x="3507891" y="491718"/>
              <a:chExt cx="1395471" cy="1387617"/>
            </a:xfrm>
          </p:grpSpPr>
          <p:pic>
            <p:nvPicPr>
              <p:cNvPr id="188" name="Google Shape;188;p41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3507891" y="491718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189" name="Google Shape;189;p41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4525670" y="491718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190" name="Google Shape;190;p41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3507891" y="1501649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191" name="Google Shape;191;p41"/>
              <p:cNvPicPr preferRelativeResize="0"/>
              <p:nvPr/>
            </p:nvPicPr>
            <p:blipFill rotWithShape="1">
              <a:blip r:embed="rId8">
                <a:alphaModFix/>
              </a:blip>
              <a:srcRect b="27826" l="40595" r="56307" t="66667"/>
              <a:stretch/>
            </p:blipFill>
            <p:spPr>
              <a:xfrm>
                <a:off x="4525670" y="1501649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</p:grpSp>
      <p:grpSp>
        <p:nvGrpSpPr>
          <p:cNvPr id="192" name="Google Shape;192;p41"/>
          <p:cNvGrpSpPr/>
          <p:nvPr/>
        </p:nvGrpSpPr>
        <p:grpSpPr>
          <a:xfrm flipH="1" rot="10800000">
            <a:off x="9904228" y="2286000"/>
            <a:ext cx="2287772" cy="2286001"/>
            <a:chOff x="760905" y="4571999"/>
            <a:chExt cx="2287772" cy="2286001"/>
          </a:xfrm>
        </p:grpSpPr>
        <p:pic>
          <p:nvPicPr>
            <p:cNvPr id="193" name="Google Shape;193;p41"/>
            <p:cNvPicPr preferRelativeResize="0"/>
            <p:nvPr/>
          </p:nvPicPr>
          <p:blipFill rotWithShape="1">
            <a:blip r:embed="rId10">
              <a:alphaModFix/>
            </a:blip>
            <a:srcRect b="66667" l="17116" r="64134" t="0"/>
            <a:stretch/>
          </p:blipFill>
          <p:spPr>
            <a:xfrm>
              <a:off x="762677" y="4572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94" name="Google Shape;194;p41"/>
            <p:cNvPicPr preferRelativeResize="0"/>
            <p:nvPr/>
          </p:nvPicPr>
          <p:blipFill rotWithShape="1">
            <a:blip r:embed="rId11">
              <a:alphaModFix/>
            </a:blip>
            <a:srcRect b="0" l="71799" r="18949" t="83384"/>
            <a:stretch/>
          </p:blipFill>
          <p:spPr>
            <a:xfrm>
              <a:off x="760905" y="4571999"/>
              <a:ext cx="1127905" cy="1139533"/>
            </a:xfrm>
            <a:custGeom>
              <a:rect b="b" l="l" r="r" t="t"/>
              <a:pathLst>
                <a:path extrusionOk="0" h="2285999" w="2286040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195" name="Google Shape;195;p41"/>
          <p:cNvGrpSpPr/>
          <p:nvPr/>
        </p:nvGrpSpPr>
        <p:grpSpPr>
          <a:xfrm>
            <a:off x="-20" y="2286000"/>
            <a:ext cx="2286040" cy="2286000"/>
            <a:chOff x="7619960" y="4572000"/>
            <a:chExt cx="2286040" cy="2286000"/>
          </a:xfrm>
        </p:grpSpPr>
        <p:pic>
          <p:nvPicPr>
            <p:cNvPr id="196" name="Google Shape;196;p41"/>
            <p:cNvPicPr preferRelativeResize="0"/>
            <p:nvPr/>
          </p:nvPicPr>
          <p:blipFill rotWithShape="1">
            <a:blip r:embed="rId10">
              <a:alphaModFix/>
            </a:blip>
            <a:srcRect b="66667" l="17116" r="64134" t="0"/>
            <a:stretch/>
          </p:blipFill>
          <p:spPr>
            <a:xfrm>
              <a:off x="7620000" y="4572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97" name="Google Shape;197;p41"/>
            <p:cNvPicPr preferRelativeResize="0"/>
            <p:nvPr/>
          </p:nvPicPr>
          <p:blipFill rotWithShape="1">
            <a:blip r:embed="rId7">
              <a:alphaModFix/>
            </a:blip>
            <a:srcRect b="0" l="62499" r="18750" t="66667"/>
            <a:stretch/>
          </p:blipFill>
          <p:spPr>
            <a:xfrm flipH="1">
              <a:off x="7619960" y="4572000"/>
              <a:ext cx="2286040" cy="2285999"/>
            </a:xfrm>
            <a:custGeom>
              <a:rect b="b" l="l" r="r" t="t"/>
              <a:pathLst>
                <a:path extrusionOk="0" h="2285999" w="2286040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PTMON title">
  <p:cSld name="1_PPTMON title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2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42"/>
          <p:cNvGrpSpPr/>
          <p:nvPr/>
        </p:nvGrpSpPr>
        <p:grpSpPr>
          <a:xfrm>
            <a:off x="9906000" y="2286000"/>
            <a:ext cx="2286000" cy="2286000"/>
            <a:chOff x="7619999" y="0"/>
            <a:chExt cx="2286000" cy="2286000"/>
          </a:xfrm>
        </p:grpSpPr>
        <p:pic>
          <p:nvPicPr>
            <p:cNvPr id="203" name="Google Shape;203;p42"/>
            <p:cNvPicPr preferRelativeResize="0"/>
            <p:nvPr/>
          </p:nvPicPr>
          <p:blipFill rotWithShape="1">
            <a:blip r:embed="rId7">
              <a:alphaModFix/>
            </a:blip>
            <a:srcRect b="66667" l="17116" r="64134" t="0"/>
            <a:stretch/>
          </p:blipFill>
          <p:spPr>
            <a:xfrm>
              <a:off x="7619999" y="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04" name="Google Shape;204;p42"/>
            <p:cNvPicPr preferRelativeResize="0"/>
            <p:nvPr/>
          </p:nvPicPr>
          <p:blipFill rotWithShape="1">
            <a:blip r:embed="rId8">
              <a:alphaModFix/>
            </a:blip>
            <a:srcRect b="33333" l="3408" r="77841" t="33333"/>
            <a:stretch/>
          </p:blipFill>
          <p:spPr>
            <a:xfrm rot="5400000">
              <a:off x="7619999" y="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205" name="Google Shape;205;p42"/>
          <p:cNvGrpSpPr/>
          <p:nvPr/>
        </p:nvGrpSpPr>
        <p:grpSpPr>
          <a:xfrm>
            <a:off x="9906000" y="4572000"/>
            <a:ext cx="2286000" cy="2286000"/>
            <a:chOff x="9906000" y="0"/>
            <a:chExt cx="2286000" cy="2286000"/>
          </a:xfrm>
        </p:grpSpPr>
        <p:pic>
          <p:nvPicPr>
            <p:cNvPr id="206" name="Google Shape;206;p42"/>
            <p:cNvPicPr preferRelativeResize="0"/>
            <p:nvPr/>
          </p:nvPicPr>
          <p:blipFill rotWithShape="1">
            <a:blip r:embed="rId9">
              <a:alphaModFix/>
            </a:blip>
            <a:srcRect b="66667" l="17116" r="64134" t="0"/>
            <a:stretch/>
          </p:blipFill>
          <p:spPr>
            <a:xfrm>
              <a:off x="9906000" y="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07" name="Google Shape;207;p42"/>
            <p:cNvPicPr preferRelativeResize="0"/>
            <p:nvPr/>
          </p:nvPicPr>
          <p:blipFill rotWithShape="1">
            <a:blip r:embed="rId10">
              <a:alphaModFix/>
            </a:blip>
            <a:srcRect b="33333" l="3408" r="77841" t="33333"/>
            <a:stretch/>
          </p:blipFill>
          <p:spPr>
            <a:xfrm>
              <a:off x="9906000" y="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208" name="Google Shape;208;p42"/>
          <p:cNvGrpSpPr/>
          <p:nvPr/>
        </p:nvGrpSpPr>
        <p:grpSpPr>
          <a:xfrm>
            <a:off x="0" y="0"/>
            <a:ext cx="2286000" cy="2286559"/>
            <a:chOff x="7619999" y="2285441"/>
            <a:chExt cx="2286000" cy="2286559"/>
          </a:xfrm>
        </p:grpSpPr>
        <p:pic>
          <p:nvPicPr>
            <p:cNvPr id="209" name="Google Shape;209;p42"/>
            <p:cNvPicPr preferRelativeResize="0"/>
            <p:nvPr/>
          </p:nvPicPr>
          <p:blipFill rotWithShape="1">
            <a:blip r:embed="rId9">
              <a:alphaModFix/>
            </a:blip>
            <a:srcRect b="66667" l="17116" r="64134" t="0"/>
            <a:stretch/>
          </p:blipFill>
          <p:spPr>
            <a:xfrm>
              <a:off x="7619999" y="2286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grpSp>
          <p:nvGrpSpPr>
            <p:cNvPr id="210" name="Google Shape;210;p42"/>
            <p:cNvGrpSpPr/>
            <p:nvPr/>
          </p:nvGrpSpPr>
          <p:grpSpPr>
            <a:xfrm>
              <a:off x="8759626" y="2285441"/>
              <a:ext cx="1146373" cy="2286558"/>
              <a:chOff x="8269092" y="2285441"/>
              <a:chExt cx="1146373" cy="2286558"/>
            </a:xfrm>
          </p:grpSpPr>
          <p:pic>
            <p:nvPicPr>
              <p:cNvPr id="211" name="Google Shape;211;p42"/>
              <p:cNvPicPr preferRelativeResize="0"/>
              <p:nvPr/>
            </p:nvPicPr>
            <p:blipFill rotWithShape="1">
              <a:blip r:embed="rId10">
                <a:alphaModFix/>
              </a:blip>
              <a:srcRect b="0" l="15366" r="75231" t="88883"/>
              <a:stretch/>
            </p:blipFill>
            <p:spPr>
              <a:xfrm>
                <a:off x="8269092" y="3809627"/>
                <a:ext cx="1146373" cy="762372"/>
              </a:xfrm>
              <a:custGeom>
                <a:rect b="b" l="l" r="r" t="t"/>
                <a:pathLst>
                  <a:path extrusionOk="0" h="762372" w="1146373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212" name="Google Shape;212;p42"/>
              <p:cNvPicPr preferRelativeResize="0"/>
              <p:nvPr/>
            </p:nvPicPr>
            <p:blipFill rotWithShape="1">
              <a:blip r:embed="rId10">
                <a:alphaModFix/>
              </a:blip>
              <a:srcRect b="0" l="15366" r="75231" t="88883"/>
              <a:stretch/>
            </p:blipFill>
            <p:spPr>
              <a:xfrm>
                <a:off x="8269092" y="3052238"/>
                <a:ext cx="1146373" cy="762372"/>
              </a:xfrm>
              <a:custGeom>
                <a:rect b="b" l="l" r="r" t="t"/>
                <a:pathLst>
                  <a:path extrusionOk="0" h="762372" w="1146373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213" name="Google Shape;213;p42"/>
              <p:cNvPicPr preferRelativeResize="0"/>
              <p:nvPr/>
            </p:nvPicPr>
            <p:blipFill rotWithShape="1">
              <a:blip r:embed="rId10">
                <a:alphaModFix/>
              </a:blip>
              <a:srcRect b="0" l="15366" r="75231" t="88883"/>
              <a:stretch/>
            </p:blipFill>
            <p:spPr>
              <a:xfrm>
                <a:off x="8269092" y="2285441"/>
                <a:ext cx="1146373" cy="762372"/>
              </a:xfrm>
              <a:custGeom>
                <a:rect b="b" l="l" r="r" t="t"/>
                <a:pathLst>
                  <a:path extrusionOk="0" h="762372" w="1146373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  <p:pic>
          <p:nvPicPr>
            <p:cNvPr id="214" name="Google Shape;214;p42"/>
            <p:cNvPicPr preferRelativeResize="0"/>
            <p:nvPr/>
          </p:nvPicPr>
          <p:blipFill rotWithShape="1">
            <a:blip r:embed="rId7">
              <a:alphaModFix/>
            </a:blip>
            <a:srcRect b="27826" l="40595" r="56307" t="66667"/>
            <a:stretch/>
          </p:blipFill>
          <p:spPr>
            <a:xfrm>
              <a:off x="7977335" y="2477784"/>
              <a:ext cx="377692" cy="377686"/>
            </a:xfrm>
            <a:custGeom>
              <a:rect b="b" l="l" r="r" t="t"/>
              <a:pathLst>
                <a:path extrusionOk="0" h="377686" w="377692">
                  <a:moveTo>
                    <a:pt x="188846" y="0"/>
                  </a:moveTo>
                  <a:cubicBezTo>
                    <a:pt x="293143" y="0"/>
                    <a:pt x="377692" y="84548"/>
                    <a:pt x="377692" y="188843"/>
                  </a:cubicBezTo>
                  <a:cubicBezTo>
                    <a:pt x="377692" y="293138"/>
                    <a:pt x="293143" y="377686"/>
                    <a:pt x="188846" y="377686"/>
                  </a:cubicBezTo>
                  <a:cubicBezTo>
                    <a:pt x="84549" y="377686"/>
                    <a:pt x="0" y="293138"/>
                    <a:pt x="0" y="188843"/>
                  </a:cubicBezTo>
                  <a:cubicBezTo>
                    <a:pt x="0" y="84548"/>
                    <a:pt x="84549" y="0"/>
                    <a:pt x="188846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215" name="Google Shape;215;p42"/>
          <p:cNvGrpSpPr/>
          <p:nvPr/>
        </p:nvGrpSpPr>
        <p:grpSpPr>
          <a:xfrm>
            <a:off x="9906000" y="0"/>
            <a:ext cx="2286000" cy="2286000"/>
            <a:chOff x="3047915" y="0"/>
            <a:chExt cx="2286000" cy="2286000"/>
          </a:xfrm>
        </p:grpSpPr>
        <p:pic>
          <p:nvPicPr>
            <p:cNvPr id="216" name="Google Shape;216;p42"/>
            <p:cNvPicPr preferRelativeResize="0"/>
            <p:nvPr/>
          </p:nvPicPr>
          <p:blipFill rotWithShape="1">
            <a:blip r:embed="rId9">
              <a:alphaModFix/>
            </a:blip>
            <a:srcRect b="66667" l="17116" r="64134" t="0"/>
            <a:stretch/>
          </p:blipFill>
          <p:spPr>
            <a:xfrm>
              <a:off x="3047915" y="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grpSp>
          <p:nvGrpSpPr>
            <p:cNvPr id="217" name="Google Shape;217;p42"/>
            <p:cNvGrpSpPr/>
            <p:nvPr/>
          </p:nvGrpSpPr>
          <p:grpSpPr>
            <a:xfrm>
              <a:off x="3493180" y="449192"/>
              <a:ext cx="1395471" cy="1387617"/>
              <a:chOff x="3507891" y="491718"/>
              <a:chExt cx="1395471" cy="1387617"/>
            </a:xfrm>
          </p:grpSpPr>
          <p:pic>
            <p:nvPicPr>
              <p:cNvPr id="218" name="Google Shape;218;p42"/>
              <p:cNvPicPr preferRelativeResize="0"/>
              <p:nvPr/>
            </p:nvPicPr>
            <p:blipFill rotWithShape="1">
              <a:blip r:embed="rId10">
                <a:alphaModFix/>
              </a:blip>
              <a:srcRect b="27826" l="40595" r="56307" t="66667"/>
              <a:stretch/>
            </p:blipFill>
            <p:spPr>
              <a:xfrm>
                <a:off x="3507891" y="491718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219" name="Google Shape;219;p42"/>
              <p:cNvPicPr preferRelativeResize="0"/>
              <p:nvPr/>
            </p:nvPicPr>
            <p:blipFill rotWithShape="1">
              <a:blip r:embed="rId10">
                <a:alphaModFix/>
              </a:blip>
              <a:srcRect b="27826" l="40595" r="56307" t="66667"/>
              <a:stretch/>
            </p:blipFill>
            <p:spPr>
              <a:xfrm>
                <a:off x="4525670" y="491718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220" name="Google Shape;220;p42"/>
              <p:cNvPicPr preferRelativeResize="0"/>
              <p:nvPr/>
            </p:nvPicPr>
            <p:blipFill rotWithShape="1">
              <a:blip r:embed="rId10">
                <a:alphaModFix/>
              </a:blip>
              <a:srcRect b="27826" l="40595" r="56307" t="66667"/>
              <a:stretch/>
            </p:blipFill>
            <p:spPr>
              <a:xfrm>
                <a:off x="3507891" y="1501649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221" name="Google Shape;221;p42"/>
              <p:cNvPicPr preferRelativeResize="0"/>
              <p:nvPr/>
            </p:nvPicPr>
            <p:blipFill rotWithShape="1">
              <a:blip r:embed="rId10">
                <a:alphaModFix/>
              </a:blip>
              <a:srcRect b="27826" l="40595" r="56307" t="66667"/>
              <a:stretch/>
            </p:blipFill>
            <p:spPr>
              <a:xfrm>
                <a:off x="4525670" y="1501649"/>
                <a:ext cx="377692" cy="377686"/>
              </a:xfrm>
              <a:custGeom>
                <a:rect b="b" l="l" r="r" t="t"/>
                <a:pathLst>
                  <a:path extrusionOk="0" h="377686" w="377692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</p:grpSp>
      <p:grpSp>
        <p:nvGrpSpPr>
          <p:cNvPr id="222" name="Google Shape;222;p42"/>
          <p:cNvGrpSpPr/>
          <p:nvPr/>
        </p:nvGrpSpPr>
        <p:grpSpPr>
          <a:xfrm flipH="1" rot="10800000">
            <a:off x="0" y="2286000"/>
            <a:ext cx="2287772" cy="2286001"/>
            <a:chOff x="760905" y="4571999"/>
            <a:chExt cx="2287772" cy="2286001"/>
          </a:xfrm>
        </p:grpSpPr>
        <p:pic>
          <p:nvPicPr>
            <p:cNvPr id="223" name="Google Shape;223;p42"/>
            <p:cNvPicPr preferRelativeResize="0"/>
            <p:nvPr/>
          </p:nvPicPr>
          <p:blipFill rotWithShape="1">
            <a:blip r:embed="rId8">
              <a:alphaModFix/>
            </a:blip>
            <a:srcRect b="66667" l="17116" r="64134" t="0"/>
            <a:stretch/>
          </p:blipFill>
          <p:spPr>
            <a:xfrm>
              <a:off x="762677" y="457200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24" name="Google Shape;224;p42"/>
            <p:cNvPicPr preferRelativeResize="0"/>
            <p:nvPr/>
          </p:nvPicPr>
          <p:blipFill rotWithShape="1">
            <a:blip r:embed="rId9">
              <a:alphaModFix/>
            </a:blip>
            <a:srcRect b="0" l="71799" r="18949" t="83384"/>
            <a:stretch/>
          </p:blipFill>
          <p:spPr>
            <a:xfrm>
              <a:off x="760905" y="4571999"/>
              <a:ext cx="1127905" cy="1139533"/>
            </a:xfrm>
            <a:custGeom>
              <a:rect b="b" l="l" r="r" t="t"/>
              <a:pathLst>
                <a:path extrusionOk="0" h="2285999" w="2286040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225" name="Google Shape;225;p42"/>
          <p:cNvGrpSpPr/>
          <p:nvPr/>
        </p:nvGrpSpPr>
        <p:grpSpPr>
          <a:xfrm>
            <a:off x="0" y="4572000"/>
            <a:ext cx="2286000" cy="2286000"/>
            <a:chOff x="762677" y="0"/>
            <a:chExt cx="2286000" cy="2286000"/>
          </a:xfrm>
        </p:grpSpPr>
        <p:pic>
          <p:nvPicPr>
            <p:cNvPr id="226" name="Google Shape;226;p42"/>
            <p:cNvPicPr preferRelativeResize="0"/>
            <p:nvPr/>
          </p:nvPicPr>
          <p:blipFill rotWithShape="1">
            <a:blip r:embed="rId10">
              <a:alphaModFix/>
            </a:blip>
            <a:srcRect b="66667" l="17116" r="64134" t="0"/>
            <a:stretch/>
          </p:blipFill>
          <p:spPr>
            <a:xfrm>
              <a:off x="762677" y="0"/>
              <a:ext cx="2286000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27" name="Google Shape;227;p42"/>
            <p:cNvPicPr preferRelativeResize="0"/>
            <p:nvPr/>
          </p:nvPicPr>
          <p:blipFill rotWithShape="1">
            <a:blip r:embed="rId11">
              <a:alphaModFix/>
            </a:blip>
            <a:srcRect b="66667" l="26353" r="64134" t="0"/>
            <a:stretch/>
          </p:blipFill>
          <p:spPr>
            <a:xfrm>
              <a:off x="1888809" y="0"/>
              <a:ext cx="1159867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28" name="Google Shape;228;p42"/>
            <p:cNvPicPr preferRelativeResize="0"/>
            <p:nvPr/>
          </p:nvPicPr>
          <p:blipFill rotWithShape="1">
            <a:blip r:embed="rId9">
              <a:alphaModFix/>
            </a:blip>
            <a:srcRect b="22216" l="25543" r="68203" t="66667"/>
            <a:stretch/>
          </p:blipFill>
          <p:spPr>
            <a:xfrm>
              <a:off x="1524486" y="761815"/>
              <a:ext cx="762382" cy="762370"/>
            </a:xfrm>
            <a:custGeom>
              <a:rect b="b" l="l" r="r" t="t"/>
              <a:pathLst>
                <a:path extrusionOk="0" h="762370" w="762382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29" name="Google Shape;229;p42"/>
            <p:cNvPicPr preferRelativeResize="0"/>
            <p:nvPr/>
          </p:nvPicPr>
          <p:blipFill rotWithShape="1">
            <a:blip r:embed="rId10">
              <a:alphaModFix/>
            </a:blip>
            <a:srcRect b="22216" l="28593" r="68204" t="66667"/>
            <a:stretch/>
          </p:blipFill>
          <p:spPr>
            <a:xfrm>
              <a:off x="1896358" y="761815"/>
              <a:ext cx="390510" cy="762370"/>
            </a:xfrm>
            <a:custGeom>
              <a:rect b="b" l="l" r="r" t="t"/>
              <a:pathLst>
                <a:path extrusionOk="0" h="762370" w="390510">
                  <a:moveTo>
                    <a:pt x="9319" y="0"/>
                  </a:moveTo>
                  <a:cubicBezTo>
                    <a:pt x="219845" y="0"/>
                    <a:pt x="390510" y="170662"/>
                    <a:pt x="390510" y="381185"/>
                  </a:cubicBezTo>
                  <a:cubicBezTo>
                    <a:pt x="390510" y="591708"/>
                    <a:pt x="219845" y="762370"/>
                    <a:pt x="9319" y="762370"/>
                  </a:cubicBezTo>
                  <a:lnTo>
                    <a:pt x="0" y="761431"/>
                  </a:lnTo>
                  <a:lnTo>
                    <a:pt x="0" y="939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PTMON slide">
  <p:cSld name="1_PPTMON slide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3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43"/>
          <p:cNvPicPr preferRelativeResize="0"/>
          <p:nvPr/>
        </p:nvPicPr>
        <p:blipFill rotWithShape="1">
          <a:blip r:embed="rId7">
            <a:alphaModFix/>
          </a:blip>
          <a:srcRect b="0" l="62499" r="18750" t="66667"/>
          <a:stretch/>
        </p:blipFill>
        <p:spPr>
          <a:xfrm flipH="1">
            <a:off x="9905960" y="0"/>
            <a:ext cx="2286040" cy="2285999"/>
          </a:xfrm>
          <a:custGeom>
            <a:rect b="b" l="l" r="r" t="t"/>
            <a:pathLst>
              <a:path extrusionOk="0" h="2285999" w="2286040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35" name="Google Shape;235;p43"/>
          <p:cNvGrpSpPr/>
          <p:nvPr/>
        </p:nvGrpSpPr>
        <p:grpSpPr>
          <a:xfrm flipH="1">
            <a:off x="0" y="4571442"/>
            <a:ext cx="1928664" cy="2286558"/>
            <a:chOff x="5770129" y="4442085"/>
            <a:chExt cx="1928664" cy="2286558"/>
          </a:xfrm>
        </p:grpSpPr>
        <p:grpSp>
          <p:nvGrpSpPr>
            <p:cNvPr id="236" name="Google Shape;236;p43"/>
            <p:cNvGrpSpPr/>
            <p:nvPr/>
          </p:nvGrpSpPr>
          <p:grpSpPr>
            <a:xfrm>
              <a:off x="6552420" y="4442085"/>
              <a:ext cx="1146373" cy="2286558"/>
              <a:chOff x="8269092" y="2285441"/>
              <a:chExt cx="1146373" cy="2286558"/>
            </a:xfrm>
          </p:grpSpPr>
          <p:pic>
            <p:nvPicPr>
              <p:cNvPr id="237" name="Google Shape;237;p43"/>
              <p:cNvPicPr preferRelativeResize="0"/>
              <p:nvPr/>
            </p:nvPicPr>
            <p:blipFill rotWithShape="1">
              <a:blip r:embed="rId8">
                <a:alphaModFix/>
              </a:blip>
              <a:srcRect b="0" l="15366" r="75231" t="88883"/>
              <a:stretch/>
            </p:blipFill>
            <p:spPr>
              <a:xfrm>
                <a:off x="8269092" y="3809627"/>
                <a:ext cx="1146373" cy="762372"/>
              </a:xfrm>
              <a:custGeom>
                <a:rect b="b" l="l" r="r" t="t"/>
                <a:pathLst>
                  <a:path extrusionOk="0" h="762372" w="1146373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238" name="Google Shape;238;p43"/>
              <p:cNvPicPr preferRelativeResize="0"/>
              <p:nvPr/>
            </p:nvPicPr>
            <p:blipFill rotWithShape="1">
              <a:blip r:embed="rId8">
                <a:alphaModFix/>
              </a:blip>
              <a:srcRect b="0" l="15366" r="75231" t="88883"/>
              <a:stretch/>
            </p:blipFill>
            <p:spPr>
              <a:xfrm>
                <a:off x="8269092" y="3052238"/>
                <a:ext cx="1146373" cy="762372"/>
              </a:xfrm>
              <a:custGeom>
                <a:rect b="b" l="l" r="r" t="t"/>
                <a:pathLst>
                  <a:path extrusionOk="0" h="762372" w="1146373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239" name="Google Shape;239;p43"/>
              <p:cNvPicPr preferRelativeResize="0"/>
              <p:nvPr/>
            </p:nvPicPr>
            <p:blipFill rotWithShape="1">
              <a:blip r:embed="rId8">
                <a:alphaModFix/>
              </a:blip>
              <a:srcRect b="0" l="15366" r="75231" t="88883"/>
              <a:stretch/>
            </p:blipFill>
            <p:spPr>
              <a:xfrm>
                <a:off x="8269092" y="2285441"/>
                <a:ext cx="1146373" cy="762372"/>
              </a:xfrm>
              <a:custGeom>
                <a:rect b="b" l="l" r="r" t="t"/>
                <a:pathLst>
                  <a:path extrusionOk="0" h="762372" w="1146373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  <p:pic>
          <p:nvPicPr>
            <p:cNvPr id="240" name="Google Shape;240;p43"/>
            <p:cNvPicPr preferRelativeResize="0"/>
            <p:nvPr/>
          </p:nvPicPr>
          <p:blipFill rotWithShape="1">
            <a:blip r:embed="rId9">
              <a:alphaModFix/>
            </a:blip>
            <a:srcRect b="27826" l="40595" r="56307" t="66667"/>
            <a:stretch/>
          </p:blipFill>
          <p:spPr>
            <a:xfrm>
              <a:off x="5770129" y="4634428"/>
              <a:ext cx="377692" cy="377686"/>
            </a:xfrm>
            <a:custGeom>
              <a:rect b="b" l="l" r="r" t="t"/>
              <a:pathLst>
                <a:path extrusionOk="0" h="377686" w="377692">
                  <a:moveTo>
                    <a:pt x="188846" y="0"/>
                  </a:moveTo>
                  <a:cubicBezTo>
                    <a:pt x="293143" y="0"/>
                    <a:pt x="377692" y="84548"/>
                    <a:pt x="377692" y="188843"/>
                  </a:cubicBezTo>
                  <a:cubicBezTo>
                    <a:pt x="377692" y="293138"/>
                    <a:pt x="293143" y="377686"/>
                    <a:pt x="188846" y="377686"/>
                  </a:cubicBezTo>
                  <a:cubicBezTo>
                    <a:pt x="84549" y="377686"/>
                    <a:pt x="0" y="293138"/>
                    <a:pt x="0" y="188843"/>
                  </a:cubicBezTo>
                  <a:cubicBezTo>
                    <a:pt x="0" y="84548"/>
                    <a:pt x="84549" y="0"/>
                    <a:pt x="188846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41" name="Google Shape;241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Vollkorn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PTMON slide">
  <p:cSld name="2_PPTMON slide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4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44"/>
          <p:cNvGrpSpPr/>
          <p:nvPr/>
        </p:nvGrpSpPr>
        <p:grpSpPr>
          <a:xfrm flipH="1">
            <a:off x="188864" y="188866"/>
            <a:ext cx="1908271" cy="1144962"/>
            <a:chOff x="5521093" y="8113852"/>
            <a:chExt cx="1908271" cy="1144962"/>
          </a:xfrm>
        </p:grpSpPr>
        <p:pic>
          <p:nvPicPr>
            <p:cNvPr id="247" name="Google Shape;247;p44"/>
            <p:cNvPicPr preferRelativeResize="0"/>
            <p:nvPr/>
          </p:nvPicPr>
          <p:blipFill rotWithShape="1">
            <a:blip r:embed="rId7">
              <a:alphaModFix/>
            </a:blip>
            <a:srcRect b="79971" l="45270" r="39077" t="14463"/>
            <a:stretch/>
          </p:blipFill>
          <p:spPr>
            <a:xfrm>
              <a:off x="5521093" y="8877160"/>
              <a:ext cx="1908271" cy="381654"/>
            </a:xfrm>
            <a:custGeom>
              <a:rect b="b" l="l" r="r" t="t"/>
              <a:pathLst>
                <a:path extrusionOk="0" h="381654" w="1908271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48" name="Google Shape;248;p44"/>
            <p:cNvPicPr preferRelativeResize="0"/>
            <p:nvPr/>
          </p:nvPicPr>
          <p:blipFill rotWithShape="1">
            <a:blip r:embed="rId8">
              <a:alphaModFix/>
            </a:blip>
            <a:srcRect b="91102" l="45270" r="39077" t="3333"/>
            <a:stretch/>
          </p:blipFill>
          <p:spPr>
            <a:xfrm>
              <a:off x="5521093" y="8113852"/>
              <a:ext cx="1908271" cy="381654"/>
            </a:xfrm>
            <a:custGeom>
              <a:rect b="b" l="l" r="r" t="t"/>
              <a:pathLst>
                <a:path extrusionOk="0" h="381654" w="1908271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grpSp>
        <p:nvGrpSpPr>
          <p:cNvPr id="249" name="Google Shape;249;p44"/>
          <p:cNvGrpSpPr/>
          <p:nvPr/>
        </p:nvGrpSpPr>
        <p:grpSpPr>
          <a:xfrm flipH="1">
            <a:off x="9906000" y="5335739"/>
            <a:ext cx="2286000" cy="1522261"/>
            <a:chOff x="5159384" y="-2212485"/>
            <a:chExt cx="2286000" cy="1522261"/>
          </a:xfrm>
        </p:grpSpPr>
        <p:pic>
          <p:nvPicPr>
            <p:cNvPr id="250" name="Google Shape;250;p44"/>
            <p:cNvPicPr preferRelativeResize="0"/>
            <p:nvPr/>
          </p:nvPicPr>
          <p:blipFill rotWithShape="1">
            <a:blip r:embed="rId9">
              <a:alphaModFix/>
            </a:blip>
            <a:srcRect b="66665" l="17116" r="64134" t="11137"/>
            <a:stretch/>
          </p:blipFill>
          <p:spPr>
            <a:xfrm>
              <a:off x="5159384" y="-2212485"/>
              <a:ext cx="2286000" cy="152226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51" name="Google Shape;251;p44"/>
            <p:cNvPicPr preferRelativeResize="0"/>
            <p:nvPr/>
          </p:nvPicPr>
          <p:blipFill rotWithShape="1">
            <a:blip r:embed="rId8">
              <a:alphaModFix/>
            </a:blip>
            <a:srcRect b="0" l="43693" r="51606" t="88883"/>
            <a:stretch/>
          </p:blipFill>
          <p:spPr>
            <a:xfrm>
              <a:off x="6302384" y="-1452596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52" name="Google Shape;252;p44"/>
            <p:cNvPicPr preferRelativeResize="0"/>
            <p:nvPr/>
          </p:nvPicPr>
          <p:blipFill rotWithShape="1">
            <a:blip r:embed="rId10">
              <a:alphaModFix/>
            </a:blip>
            <a:srcRect b="0" l="43693" r="51606" t="88883"/>
            <a:stretch/>
          </p:blipFill>
          <p:spPr>
            <a:xfrm>
              <a:off x="6872197" y="-1452596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53" name="Google Shape;253;p44"/>
            <p:cNvPicPr preferRelativeResize="0"/>
            <p:nvPr/>
          </p:nvPicPr>
          <p:blipFill rotWithShape="1">
            <a:blip r:embed="rId2">
              <a:alphaModFix/>
            </a:blip>
            <a:srcRect b="0" l="15366" r="75231" t="88883"/>
            <a:stretch/>
          </p:blipFill>
          <p:spPr>
            <a:xfrm>
              <a:off x="6299010" y="-2212484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54" name="Google Shape;254;p44"/>
            <p:cNvPicPr preferRelativeResize="0"/>
            <p:nvPr/>
          </p:nvPicPr>
          <p:blipFill rotWithShape="1">
            <a:blip r:embed="rId8">
              <a:alphaModFix/>
            </a:blip>
            <a:srcRect b="0" l="43693" r="51606" t="88883"/>
            <a:stretch/>
          </p:blipFill>
          <p:spPr>
            <a:xfrm>
              <a:off x="5159384" y="-1452596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55" name="Google Shape;255;p44"/>
            <p:cNvPicPr preferRelativeResize="0"/>
            <p:nvPr/>
          </p:nvPicPr>
          <p:blipFill rotWithShape="1">
            <a:blip r:embed="rId10">
              <a:alphaModFix/>
            </a:blip>
            <a:srcRect b="0" l="43693" r="51606" t="88883"/>
            <a:stretch/>
          </p:blipFill>
          <p:spPr>
            <a:xfrm>
              <a:off x="5729197" y="-1452596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56" name="Google Shape;256;p44"/>
            <p:cNvPicPr preferRelativeResize="0"/>
            <p:nvPr/>
          </p:nvPicPr>
          <p:blipFill rotWithShape="1">
            <a:blip r:embed="rId2">
              <a:alphaModFix/>
            </a:blip>
            <a:srcRect b="0" l="15366" r="75231" t="88883"/>
            <a:stretch/>
          </p:blipFill>
          <p:spPr>
            <a:xfrm>
              <a:off x="5159384" y="-2212484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57" name="Google Shape;257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PPTMON slide">
  <p:cSld name="10_PPTMON slide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5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45"/>
          <p:cNvPicPr preferRelativeResize="0"/>
          <p:nvPr/>
        </p:nvPicPr>
        <p:blipFill rotWithShape="1">
          <a:blip r:embed="rId7">
            <a:alphaModFix/>
          </a:blip>
          <a:srcRect b="33333" l="3408" r="77841" t="33333"/>
          <a:stretch/>
        </p:blipFill>
        <p:spPr>
          <a:xfrm rot="5400000">
            <a:off x="0" y="4572000"/>
            <a:ext cx="2286000" cy="2286000"/>
          </a:xfrm>
          <a:custGeom>
            <a:rect b="b" l="l" r="r" t="t"/>
            <a:pathLst>
              <a:path extrusionOk="0" h="2286000" w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63" name="Google Shape;263;p45"/>
          <p:cNvPicPr preferRelativeResize="0"/>
          <p:nvPr/>
        </p:nvPicPr>
        <p:blipFill rotWithShape="1">
          <a:blip r:embed="rId8">
            <a:alphaModFix/>
          </a:blip>
          <a:srcRect b="49999" l="51576" r="39077" t="33336"/>
          <a:stretch/>
        </p:blipFill>
        <p:spPr>
          <a:xfrm flipH="1" rot="10800000">
            <a:off x="11052539" y="1142820"/>
            <a:ext cx="1139461" cy="1142820"/>
          </a:xfrm>
          <a:custGeom>
            <a:rect b="b" l="l" r="r" t="t"/>
            <a:pathLst>
              <a:path extrusionOk="0" h="1142820" w="1139461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64" name="Google Shape;264;p45"/>
          <p:cNvPicPr preferRelativeResize="0"/>
          <p:nvPr/>
        </p:nvPicPr>
        <p:blipFill rotWithShape="1">
          <a:blip r:embed="rId9">
            <a:alphaModFix/>
          </a:blip>
          <a:srcRect b="49999" l="51576" r="39077" t="33336"/>
          <a:stretch/>
        </p:blipFill>
        <p:spPr>
          <a:xfrm>
            <a:off x="11052539" y="0"/>
            <a:ext cx="1139461" cy="1142820"/>
          </a:xfrm>
          <a:custGeom>
            <a:rect b="b" l="l" r="r" t="t"/>
            <a:pathLst>
              <a:path extrusionOk="0" h="1142820" w="1139461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65" name="Google Shape;265;p45"/>
          <p:cNvPicPr preferRelativeResize="0"/>
          <p:nvPr/>
        </p:nvPicPr>
        <p:blipFill rotWithShape="1">
          <a:blip r:embed="rId10">
            <a:alphaModFix/>
          </a:blip>
          <a:srcRect b="33333" l="81250" r="0" t="33333"/>
          <a:stretch/>
        </p:blipFill>
        <p:spPr>
          <a:xfrm>
            <a:off x="8785970" y="18960"/>
            <a:ext cx="2286000" cy="2286000"/>
          </a:xfrm>
          <a:custGeom>
            <a:rect b="b" l="l" r="r" t="t"/>
            <a:pathLst>
              <a:path extrusionOk="0" h="2286000" w="2286000">
                <a:moveTo>
                  <a:pt x="1143000" y="0"/>
                </a:moveTo>
                <a:cubicBezTo>
                  <a:pt x="1774261" y="0"/>
                  <a:pt x="2286000" y="511739"/>
                  <a:pt x="2286000" y="1143000"/>
                </a:cubicBezTo>
                <a:cubicBezTo>
                  <a:pt x="2286000" y="1774261"/>
                  <a:pt x="1774261" y="2286000"/>
                  <a:pt x="1143000" y="2286000"/>
                </a:cubicBezTo>
                <a:cubicBezTo>
                  <a:pt x="511739" y="2286000"/>
                  <a:pt x="0" y="1774261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PPTMON slide">
  <p:cSld name="11_PPTMON slide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6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46"/>
          <p:cNvPicPr preferRelativeResize="0"/>
          <p:nvPr/>
        </p:nvPicPr>
        <p:blipFill rotWithShape="1">
          <a:blip r:embed="rId7">
            <a:alphaModFix/>
          </a:blip>
          <a:srcRect b="33333" l="81250" r="0" t="33333"/>
          <a:stretch/>
        </p:blipFill>
        <p:spPr>
          <a:xfrm>
            <a:off x="0" y="4572000"/>
            <a:ext cx="2286000" cy="2286000"/>
          </a:xfrm>
          <a:custGeom>
            <a:rect b="b" l="l" r="r" t="t"/>
            <a:pathLst>
              <a:path extrusionOk="0" h="2286000" w="2286000">
                <a:moveTo>
                  <a:pt x="1143000" y="0"/>
                </a:moveTo>
                <a:cubicBezTo>
                  <a:pt x="1774261" y="0"/>
                  <a:pt x="2286000" y="511739"/>
                  <a:pt x="2286000" y="1143000"/>
                </a:cubicBezTo>
                <a:cubicBezTo>
                  <a:pt x="2286000" y="1774261"/>
                  <a:pt x="1774261" y="2286000"/>
                  <a:pt x="1143000" y="2286000"/>
                </a:cubicBezTo>
                <a:cubicBezTo>
                  <a:pt x="511739" y="2286000"/>
                  <a:pt x="0" y="1774261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71" name="Google Shape;271;p46"/>
          <p:cNvPicPr preferRelativeResize="0"/>
          <p:nvPr/>
        </p:nvPicPr>
        <p:blipFill rotWithShape="1">
          <a:blip r:embed="rId8">
            <a:alphaModFix/>
          </a:blip>
          <a:srcRect b="33333" l="3408" r="77841" t="33333"/>
          <a:stretch/>
        </p:blipFill>
        <p:spPr>
          <a:xfrm>
            <a:off x="2286000" y="4572000"/>
            <a:ext cx="2286000" cy="2286000"/>
          </a:xfrm>
          <a:custGeom>
            <a:rect b="b" l="l" r="r" t="t"/>
            <a:pathLst>
              <a:path extrusionOk="0" h="2286000" w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2" name="Google Shape;272;p46"/>
          <p:cNvSpPr/>
          <p:nvPr>
            <p:ph idx="2" type="pic"/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PPTMON slide">
  <p:cSld name="12_PPTMON slide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7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47"/>
          <p:cNvPicPr preferRelativeResize="0"/>
          <p:nvPr/>
        </p:nvPicPr>
        <p:blipFill rotWithShape="1">
          <a:blip r:embed="rId7">
            <a:alphaModFix/>
          </a:blip>
          <a:srcRect b="66667" l="62499" r="18750" t="26667"/>
          <a:stretch/>
        </p:blipFill>
        <p:spPr>
          <a:xfrm flipH="1">
            <a:off x="0" y="6400800"/>
            <a:ext cx="2286000" cy="457200"/>
          </a:xfrm>
          <a:custGeom>
            <a:rect b="b" l="l" r="r" t="t"/>
            <a:pathLst>
              <a:path extrusionOk="0" h="457200" w="2286000">
                <a:moveTo>
                  <a:pt x="0" y="0"/>
                </a:moveTo>
                <a:lnTo>
                  <a:pt x="2286000" y="0"/>
                </a:lnTo>
                <a:lnTo>
                  <a:pt x="2286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78" name="Google Shape;278;p47"/>
          <p:cNvPicPr preferRelativeResize="0"/>
          <p:nvPr/>
        </p:nvPicPr>
        <p:blipFill rotWithShape="1">
          <a:blip r:embed="rId8">
            <a:alphaModFix/>
          </a:blip>
          <a:srcRect b="49999" l="51576" r="39077" t="33336"/>
          <a:stretch/>
        </p:blipFill>
        <p:spPr>
          <a:xfrm flipH="1">
            <a:off x="0" y="4794904"/>
            <a:ext cx="1139461" cy="1142820"/>
          </a:xfrm>
          <a:custGeom>
            <a:rect b="b" l="l" r="r" t="t"/>
            <a:pathLst>
              <a:path extrusionOk="0" h="1142820" w="1139461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79" name="Google Shape;279;p47"/>
          <p:cNvGrpSpPr/>
          <p:nvPr/>
        </p:nvGrpSpPr>
        <p:grpSpPr>
          <a:xfrm flipH="1">
            <a:off x="9906000" y="0"/>
            <a:ext cx="2286000" cy="2285998"/>
            <a:chOff x="19012799" y="-8425926"/>
            <a:chExt cx="2286000" cy="2285998"/>
          </a:xfrm>
        </p:grpSpPr>
        <p:pic>
          <p:nvPicPr>
            <p:cNvPr id="280" name="Google Shape;280;p47"/>
            <p:cNvPicPr preferRelativeResize="0"/>
            <p:nvPr/>
          </p:nvPicPr>
          <p:blipFill rotWithShape="1">
            <a:blip r:embed="rId9">
              <a:alphaModFix/>
            </a:blip>
            <a:srcRect b="93333" l="62499" r="18750" t="0"/>
            <a:stretch/>
          </p:blipFill>
          <p:spPr>
            <a:xfrm>
              <a:off x="19012799" y="-8425926"/>
              <a:ext cx="2286000" cy="457200"/>
            </a:xfrm>
            <a:custGeom>
              <a:rect b="b" l="l" r="r" t="t"/>
              <a:pathLst>
                <a:path extrusionOk="0" h="457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81" name="Google Shape;281;p47"/>
            <p:cNvPicPr preferRelativeResize="0"/>
            <p:nvPr/>
          </p:nvPicPr>
          <p:blipFill rotWithShape="1">
            <a:blip r:embed="rId9">
              <a:alphaModFix/>
            </a:blip>
            <a:srcRect b="80000" l="62499" r="18750" t="13333"/>
            <a:stretch/>
          </p:blipFill>
          <p:spPr>
            <a:xfrm>
              <a:off x="19012799" y="-7511527"/>
              <a:ext cx="2286000" cy="457200"/>
            </a:xfrm>
            <a:custGeom>
              <a:rect b="b" l="l" r="r" t="t"/>
              <a:pathLst>
                <a:path extrusionOk="0" h="457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82" name="Google Shape;282;p47"/>
            <p:cNvPicPr preferRelativeResize="0"/>
            <p:nvPr/>
          </p:nvPicPr>
          <p:blipFill rotWithShape="1">
            <a:blip r:embed="rId9">
              <a:alphaModFix/>
            </a:blip>
            <a:srcRect b="66667" l="62499" r="18750" t="26667"/>
            <a:stretch/>
          </p:blipFill>
          <p:spPr>
            <a:xfrm>
              <a:off x="19012799" y="-6597128"/>
              <a:ext cx="2286000" cy="457200"/>
            </a:xfrm>
            <a:custGeom>
              <a:rect b="b" l="l" r="r" t="t"/>
              <a:pathLst>
                <a:path extrusionOk="0" h="457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PPTMON slide">
  <p:cSld name="13_PPTMON slide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8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48"/>
          <p:cNvGrpSpPr/>
          <p:nvPr/>
        </p:nvGrpSpPr>
        <p:grpSpPr>
          <a:xfrm>
            <a:off x="10094865" y="188866"/>
            <a:ext cx="1908271" cy="1144962"/>
            <a:chOff x="5521093" y="8113852"/>
            <a:chExt cx="1908271" cy="1144962"/>
          </a:xfrm>
        </p:grpSpPr>
        <p:pic>
          <p:nvPicPr>
            <p:cNvPr id="288" name="Google Shape;288;p48"/>
            <p:cNvPicPr preferRelativeResize="0"/>
            <p:nvPr/>
          </p:nvPicPr>
          <p:blipFill rotWithShape="1">
            <a:blip r:embed="rId7">
              <a:alphaModFix/>
            </a:blip>
            <a:srcRect b="79971" l="45270" r="39077" t="14463"/>
            <a:stretch/>
          </p:blipFill>
          <p:spPr>
            <a:xfrm>
              <a:off x="5521093" y="8877160"/>
              <a:ext cx="1908271" cy="381654"/>
            </a:xfrm>
            <a:custGeom>
              <a:rect b="b" l="l" r="r" t="t"/>
              <a:pathLst>
                <a:path extrusionOk="0" h="381654" w="1908271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89" name="Google Shape;289;p48"/>
            <p:cNvPicPr preferRelativeResize="0"/>
            <p:nvPr/>
          </p:nvPicPr>
          <p:blipFill rotWithShape="1">
            <a:blip r:embed="rId8">
              <a:alphaModFix/>
            </a:blip>
            <a:srcRect b="91102" l="45270" r="39077" t="3333"/>
            <a:stretch/>
          </p:blipFill>
          <p:spPr>
            <a:xfrm>
              <a:off x="5521093" y="8113852"/>
              <a:ext cx="1908271" cy="381654"/>
            </a:xfrm>
            <a:custGeom>
              <a:rect b="b" l="l" r="r" t="t"/>
              <a:pathLst>
                <a:path extrusionOk="0" h="381654" w="1908271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pic>
        <p:nvPicPr>
          <p:cNvPr id="290" name="Google Shape;290;p48"/>
          <p:cNvPicPr preferRelativeResize="0"/>
          <p:nvPr/>
        </p:nvPicPr>
        <p:blipFill rotWithShape="1">
          <a:blip r:embed="rId7">
            <a:alphaModFix/>
          </a:blip>
          <a:srcRect b="66667" l="26679" r="64134" t="0"/>
          <a:stretch/>
        </p:blipFill>
        <p:spPr>
          <a:xfrm flipH="1">
            <a:off x="0" y="4572000"/>
            <a:ext cx="1120030" cy="2286000"/>
          </a:xfrm>
          <a:custGeom>
            <a:rect b="b" l="l" r="r" t="t"/>
            <a:pathLst>
              <a:path extrusionOk="0" h="2286000" w="2286000">
                <a:moveTo>
                  <a:pt x="0" y="0"/>
                </a:moveTo>
                <a:lnTo>
                  <a:pt x="2286000" y="0"/>
                </a:ln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91" name="Google Shape;291;p48"/>
          <p:cNvPicPr preferRelativeResize="0"/>
          <p:nvPr/>
        </p:nvPicPr>
        <p:blipFill rotWithShape="1">
          <a:blip r:embed="rId9">
            <a:alphaModFix/>
          </a:blip>
          <a:srcRect b="22216" l="25543" r="68203" t="66667"/>
          <a:stretch/>
        </p:blipFill>
        <p:spPr>
          <a:xfrm flipH="1">
            <a:off x="1120030" y="5333815"/>
            <a:ext cx="762382" cy="762370"/>
          </a:xfrm>
          <a:custGeom>
            <a:rect b="b" l="l" r="r" t="t"/>
            <a:pathLst>
              <a:path extrusionOk="0" h="762370" w="762382">
                <a:moveTo>
                  <a:pt x="381191" y="0"/>
                </a:moveTo>
                <a:cubicBezTo>
                  <a:pt x="591717" y="0"/>
                  <a:pt x="762382" y="170662"/>
                  <a:pt x="762382" y="381185"/>
                </a:cubicBezTo>
                <a:cubicBezTo>
                  <a:pt x="762382" y="591708"/>
                  <a:pt x="591717" y="762370"/>
                  <a:pt x="381191" y="762370"/>
                </a:cubicBezTo>
                <a:cubicBezTo>
                  <a:pt x="170665" y="762370"/>
                  <a:pt x="0" y="591708"/>
                  <a:pt x="0" y="381185"/>
                </a:cubicBezTo>
                <a:cubicBezTo>
                  <a:pt x="0" y="170662"/>
                  <a:pt x="170665" y="0"/>
                  <a:pt x="381191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92" name="Google Shape;292;p48"/>
          <p:cNvPicPr preferRelativeResize="0"/>
          <p:nvPr/>
        </p:nvPicPr>
        <p:blipFill rotWithShape="1">
          <a:blip r:embed="rId10">
            <a:alphaModFix/>
          </a:blip>
          <a:srcRect b="0" l="15366" r="75231" t="88883"/>
          <a:stretch/>
        </p:blipFill>
        <p:spPr>
          <a:xfrm flipH="1">
            <a:off x="0" y="6095628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93" name="Google Shape;293;p48"/>
          <p:cNvPicPr preferRelativeResize="0"/>
          <p:nvPr/>
        </p:nvPicPr>
        <p:blipFill rotWithShape="1">
          <a:blip r:embed="rId10">
            <a:alphaModFix/>
          </a:blip>
          <a:srcRect b="0" l="15366" r="75231" t="88883"/>
          <a:stretch/>
        </p:blipFill>
        <p:spPr>
          <a:xfrm flipH="1">
            <a:off x="0" y="5333256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94" name="Google Shape;294;p48"/>
          <p:cNvPicPr preferRelativeResize="0"/>
          <p:nvPr/>
        </p:nvPicPr>
        <p:blipFill rotWithShape="1">
          <a:blip r:embed="rId10">
            <a:alphaModFix/>
          </a:blip>
          <a:srcRect b="0" l="15366" r="75231" t="88883"/>
          <a:stretch/>
        </p:blipFill>
        <p:spPr>
          <a:xfrm flipH="1">
            <a:off x="0" y="4572000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PPTMON slide">
  <p:cSld name="14_PPTMON slide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9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49"/>
          <p:cNvPicPr preferRelativeResize="0"/>
          <p:nvPr/>
        </p:nvPicPr>
        <p:blipFill rotWithShape="1">
          <a:blip r:embed="rId7">
            <a:alphaModFix/>
          </a:blip>
          <a:srcRect b="0" l="15366" r="75231" t="88883"/>
          <a:stretch/>
        </p:blipFill>
        <p:spPr>
          <a:xfrm>
            <a:off x="11045627" y="6095628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 rotWithShape="1">
          <a:blip r:embed="rId7">
            <a:alphaModFix/>
          </a:blip>
          <a:srcRect b="0" l="15366" r="75231" t="88883"/>
          <a:stretch/>
        </p:blipFill>
        <p:spPr>
          <a:xfrm>
            <a:off x="11045627" y="5333814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 rotWithShape="1">
          <a:blip r:embed="rId7">
            <a:alphaModFix/>
          </a:blip>
          <a:srcRect b="0" l="15366" r="75231" t="88883"/>
          <a:stretch/>
        </p:blipFill>
        <p:spPr>
          <a:xfrm>
            <a:off x="11045627" y="4572000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 rotWithShape="1">
          <a:blip r:embed="rId8">
            <a:alphaModFix/>
          </a:blip>
          <a:srcRect b="0" l="15366" r="75231" t="88883"/>
          <a:stretch/>
        </p:blipFill>
        <p:spPr>
          <a:xfrm>
            <a:off x="9906000" y="6095628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 rotWithShape="1">
          <a:blip r:embed="rId9">
            <a:alphaModFix/>
          </a:blip>
          <a:srcRect b="66667" l="17116" r="73509" t="0"/>
          <a:stretch/>
        </p:blipFill>
        <p:spPr>
          <a:xfrm flipH="1">
            <a:off x="0" y="0"/>
            <a:ext cx="1143000" cy="2286000"/>
          </a:xfrm>
          <a:custGeom>
            <a:rect b="b" l="l" r="r" t="t"/>
            <a:pathLst>
              <a:path extrusionOk="0" h="2286000" w="2286000">
                <a:moveTo>
                  <a:pt x="0" y="0"/>
                </a:moveTo>
                <a:lnTo>
                  <a:pt x="2286000" y="0"/>
                </a:ln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 rotWithShape="1">
          <a:blip r:embed="rId10">
            <a:alphaModFix/>
          </a:blip>
          <a:srcRect b="27826" l="40595" r="56307" t="66667"/>
          <a:stretch/>
        </p:blipFill>
        <p:spPr>
          <a:xfrm flipH="1">
            <a:off x="320043" y="449192"/>
            <a:ext cx="377692" cy="377686"/>
          </a:xfrm>
          <a:custGeom>
            <a:rect b="b" l="l" r="r" t="t"/>
            <a:pathLst>
              <a:path extrusionOk="0" h="377686" w="377692">
                <a:moveTo>
                  <a:pt x="188846" y="0"/>
                </a:moveTo>
                <a:cubicBezTo>
                  <a:pt x="293143" y="0"/>
                  <a:pt x="377692" y="84548"/>
                  <a:pt x="377692" y="188843"/>
                </a:cubicBezTo>
                <a:cubicBezTo>
                  <a:pt x="377692" y="293138"/>
                  <a:pt x="293143" y="377686"/>
                  <a:pt x="188846" y="377686"/>
                </a:cubicBezTo>
                <a:cubicBezTo>
                  <a:pt x="84549" y="377686"/>
                  <a:pt x="0" y="293138"/>
                  <a:pt x="0" y="188843"/>
                </a:cubicBezTo>
                <a:cubicBezTo>
                  <a:pt x="0" y="84548"/>
                  <a:pt x="84549" y="0"/>
                  <a:pt x="188846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 rotWithShape="1">
          <a:blip r:embed="rId10">
            <a:alphaModFix/>
          </a:blip>
          <a:srcRect b="27826" l="40595" r="56307" t="66667"/>
          <a:stretch/>
        </p:blipFill>
        <p:spPr>
          <a:xfrm flipH="1">
            <a:off x="320043" y="1459123"/>
            <a:ext cx="377692" cy="377686"/>
          </a:xfrm>
          <a:custGeom>
            <a:rect b="b" l="l" r="r" t="t"/>
            <a:pathLst>
              <a:path extrusionOk="0" h="377686" w="377692">
                <a:moveTo>
                  <a:pt x="188846" y="0"/>
                </a:moveTo>
                <a:cubicBezTo>
                  <a:pt x="293143" y="0"/>
                  <a:pt x="377692" y="84548"/>
                  <a:pt x="377692" y="188843"/>
                </a:cubicBezTo>
                <a:cubicBezTo>
                  <a:pt x="377692" y="293138"/>
                  <a:pt x="293143" y="377686"/>
                  <a:pt x="188846" y="377686"/>
                </a:cubicBezTo>
                <a:cubicBezTo>
                  <a:pt x="84549" y="377686"/>
                  <a:pt x="0" y="293138"/>
                  <a:pt x="0" y="188843"/>
                </a:cubicBezTo>
                <a:cubicBezTo>
                  <a:pt x="0" y="84548"/>
                  <a:pt x="84549" y="0"/>
                  <a:pt x="18884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06" name="Google Shape;306;p49"/>
          <p:cNvSpPr/>
          <p:nvPr>
            <p:ph idx="2" type="pic"/>
          </p:nvPr>
        </p:nvSpPr>
        <p:spPr>
          <a:xfrm>
            <a:off x="7228115" y="1221555"/>
            <a:ext cx="3561090" cy="441489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PPTMON slide">
  <p:cSld name="15_PPTMON slide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5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50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50"/>
          <p:cNvPicPr preferRelativeResize="0"/>
          <p:nvPr/>
        </p:nvPicPr>
        <p:blipFill rotWithShape="1">
          <a:blip r:embed="rId7">
            <a:alphaModFix/>
          </a:blip>
          <a:srcRect b="0" l="62499" r="18750" t="66667"/>
          <a:stretch/>
        </p:blipFill>
        <p:spPr>
          <a:xfrm flipH="1">
            <a:off x="9905960" y="0"/>
            <a:ext cx="2286040" cy="2285999"/>
          </a:xfrm>
          <a:custGeom>
            <a:rect b="b" l="l" r="r" t="t"/>
            <a:pathLst>
              <a:path extrusionOk="0" h="2285999" w="2286040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312" name="Google Shape;312;p50"/>
          <p:cNvGrpSpPr/>
          <p:nvPr/>
        </p:nvGrpSpPr>
        <p:grpSpPr>
          <a:xfrm>
            <a:off x="0" y="5335739"/>
            <a:ext cx="2286000" cy="1522261"/>
            <a:chOff x="5159384" y="-2212485"/>
            <a:chExt cx="2286000" cy="1522261"/>
          </a:xfrm>
        </p:grpSpPr>
        <p:pic>
          <p:nvPicPr>
            <p:cNvPr id="313" name="Google Shape;313;p50"/>
            <p:cNvPicPr preferRelativeResize="0"/>
            <p:nvPr/>
          </p:nvPicPr>
          <p:blipFill rotWithShape="1">
            <a:blip r:embed="rId7">
              <a:alphaModFix/>
            </a:blip>
            <a:srcRect b="66665" l="17116" r="64134" t="11137"/>
            <a:stretch/>
          </p:blipFill>
          <p:spPr>
            <a:xfrm>
              <a:off x="5159384" y="-2212485"/>
              <a:ext cx="2286000" cy="152226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14" name="Google Shape;314;p50"/>
            <p:cNvPicPr preferRelativeResize="0"/>
            <p:nvPr/>
          </p:nvPicPr>
          <p:blipFill rotWithShape="1">
            <a:blip r:embed="rId8">
              <a:alphaModFix/>
            </a:blip>
            <a:srcRect b="0" l="43693" r="51606" t="88883"/>
            <a:stretch/>
          </p:blipFill>
          <p:spPr>
            <a:xfrm>
              <a:off x="6302384" y="-1452596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15" name="Google Shape;315;p50"/>
            <p:cNvPicPr preferRelativeResize="0"/>
            <p:nvPr/>
          </p:nvPicPr>
          <p:blipFill rotWithShape="1">
            <a:blip r:embed="rId9">
              <a:alphaModFix/>
            </a:blip>
            <a:srcRect b="0" l="43693" r="51606" t="88883"/>
            <a:stretch/>
          </p:blipFill>
          <p:spPr>
            <a:xfrm>
              <a:off x="6872197" y="-1452596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16" name="Google Shape;316;p50"/>
            <p:cNvPicPr preferRelativeResize="0"/>
            <p:nvPr/>
          </p:nvPicPr>
          <p:blipFill rotWithShape="1">
            <a:blip r:embed="rId2">
              <a:alphaModFix/>
            </a:blip>
            <a:srcRect b="0" l="15366" r="75231" t="88883"/>
            <a:stretch/>
          </p:blipFill>
          <p:spPr>
            <a:xfrm>
              <a:off x="6299010" y="-2212484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17" name="Google Shape;317;p50"/>
            <p:cNvPicPr preferRelativeResize="0"/>
            <p:nvPr/>
          </p:nvPicPr>
          <p:blipFill rotWithShape="1">
            <a:blip r:embed="rId8">
              <a:alphaModFix/>
            </a:blip>
            <a:srcRect b="0" l="43693" r="51606" t="88883"/>
            <a:stretch/>
          </p:blipFill>
          <p:spPr>
            <a:xfrm>
              <a:off x="5159384" y="-1452596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18" name="Google Shape;318;p50"/>
            <p:cNvPicPr preferRelativeResize="0"/>
            <p:nvPr/>
          </p:nvPicPr>
          <p:blipFill rotWithShape="1">
            <a:blip r:embed="rId9">
              <a:alphaModFix/>
            </a:blip>
            <a:srcRect b="0" l="43693" r="51606" t="88883"/>
            <a:stretch/>
          </p:blipFill>
          <p:spPr>
            <a:xfrm>
              <a:off x="5729197" y="-1452596"/>
              <a:ext cx="573187" cy="762372"/>
            </a:xfrm>
            <a:custGeom>
              <a:rect b="b" l="l" r="r" t="t"/>
              <a:pathLst>
                <a:path extrusionOk="0" h="762372" w="573187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19" name="Google Shape;319;p50"/>
            <p:cNvPicPr preferRelativeResize="0"/>
            <p:nvPr/>
          </p:nvPicPr>
          <p:blipFill rotWithShape="1">
            <a:blip r:embed="rId2">
              <a:alphaModFix/>
            </a:blip>
            <a:srcRect b="0" l="15366" r="75231" t="88883"/>
            <a:stretch/>
          </p:blipFill>
          <p:spPr>
            <a:xfrm>
              <a:off x="5159384" y="-2212484"/>
              <a:ext cx="1146373" cy="762372"/>
            </a:xfrm>
            <a:custGeom>
              <a:rect b="b" l="l" r="r" t="t"/>
              <a:pathLst>
                <a:path extrusionOk="0" h="762372" w="1146373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320" name="Google Shape;320;p50"/>
          <p:cNvSpPr/>
          <p:nvPr>
            <p:ph idx="2" type="pic"/>
          </p:nvPr>
        </p:nvSpPr>
        <p:spPr>
          <a:xfrm>
            <a:off x="864506" y="1836367"/>
            <a:ext cx="3208520" cy="18238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1" name="Google Shape;321;p50"/>
          <p:cNvSpPr/>
          <p:nvPr>
            <p:ph idx="3" type="pic"/>
          </p:nvPr>
        </p:nvSpPr>
        <p:spPr>
          <a:xfrm>
            <a:off x="4491740" y="4272346"/>
            <a:ext cx="3208520" cy="18238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2" name="Google Shape;322;p50"/>
          <p:cNvSpPr/>
          <p:nvPr>
            <p:ph idx="4" type="pic"/>
          </p:nvPr>
        </p:nvSpPr>
        <p:spPr>
          <a:xfrm>
            <a:off x="8118974" y="1836367"/>
            <a:ext cx="3208520" cy="18238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PPTMON slide">
  <p:cSld name="16_PPTMON slide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1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" name="Google Shape;327;p51"/>
          <p:cNvGrpSpPr/>
          <p:nvPr/>
        </p:nvGrpSpPr>
        <p:grpSpPr>
          <a:xfrm>
            <a:off x="10263336" y="4571442"/>
            <a:ext cx="1928664" cy="2286558"/>
            <a:chOff x="5770129" y="4442085"/>
            <a:chExt cx="1928664" cy="2286558"/>
          </a:xfrm>
        </p:grpSpPr>
        <p:grpSp>
          <p:nvGrpSpPr>
            <p:cNvPr id="328" name="Google Shape;328;p51"/>
            <p:cNvGrpSpPr/>
            <p:nvPr/>
          </p:nvGrpSpPr>
          <p:grpSpPr>
            <a:xfrm>
              <a:off x="6552420" y="4442085"/>
              <a:ext cx="1146373" cy="2286558"/>
              <a:chOff x="8269092" y="2285441"/>
              <a:chExt cx="1146373" cy="2286558"/>
            </a:xfrm>
          </p:grpSpPr>
          <p:pic>
            <p:nvPicPr>
              <p:cNvPr id="329" name="Google Shape;329;p51"/>
              <p:cNvPicPr preferRelativeResize="0"/>
              <p:nvPr/>
            </p:nvPicPr>
            <p:blipFill rotWithShape="1">
              <a:blip r:embed="rId7">
                <a:alphaModFix/>
              </a:blip>
              <a:srcRect b="0" l="15366" r="75231" t="88883"/>
              <a:stretch/>
            </p:blipFill>
            <p:spPr>
              <a:xfrm>
                <a:off x="8269092" y="3809627"/>
                <a:ext cx="1146373" cy="762372"/>
              </a:xfrm>
              <a:custGeom>
                <a:rect b="b" l="l" r="r" t="t"/>
                <a:pathLst>
                  <a:path extrusionOk="0" h="762372" w="1146373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330" name="Google Shape;330;p51"/>
              <p:cNvPicPr preferRelativeResize="0"/>
              <p:nvPr/>
            </p:nvPicPr>
            <p:blipFill rotWithShape="1">
              <a:blip r:embed="rId7">
                <a:alphaModFix/>
              </a:blip>
              <a:srcRect b="0" l="15366" r="75231" t="88883"/>
              <a:stretch/>
            </p:blipFill>
            <p:spPr>
              <a:xfrm>
                <a:off x="8269092" y="3052238"/>
                <a:ext cx="1146373" cy="762372"/>
              </a:xfrm>
              <a:custGeom>
                <a:rect b="b" l="l" r="r" t="t"/>
                <a:pathLst>
                  <a:path extrusionOk="0" h="762372" w="1146373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  <p:pic>
            <p:nvPicPr>
              <p:cNvPr id="331" name="Google Shape;331;p51"/>
              <p:cNvPicPr preferRelativeResize="0"/>
              <p:nvPr/>
            </p:nvPicPr>
            <p:blipFill rotWithShape="1">
              <a:blip r:embed="rId7">
                <a:alphaModFix/>
              </a:blip>
              <a:srcRect b="0" l="15366" r="75231" t="88883"/>
              <a:stretch/>
            </p:blipFill>
            <p:spPr>
              <a:xfrm>
                <a:off x="8269092" y="2285441"/>
                <a:ext cx="1146373" cy="762372"/>
              </a:xfrm>
              <a:custGeom>
                <a:rect b="b" l="l" r="r" t="t"/>
                <a:pathLst>
                  <a:path extrusionOk="0" h="762372" w="1146373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  <p:pic>
          <p:nvPicPr>
            <p:cNvPr id="332" name="Google Shape;332;p51"/>
            <p:cNvPicPr preferRelativeResize="0"/>
            <p:nvPr/>
          </p:nvPicPr>
          <p:blipFill rotWithShape="1">
            <a:blip r:embed="rId8">
              <a:alphaModFix/>
            </a:blip>
            <a:srcRect b="27826" l="40595" r="56307" t="66667"/>
            <a:stretch/>
          </p:blipFill>
          <p:spPr>
            <a:xfrm>
              <a:off x="5770129" y="4634428"/>
              <a:ext cx="377692" cy="377686"/>
            </a:xfrm>
            <a:custGeom>
              <a:rect b="b" l="l" r="r" t="t"/>
              <a:pathLst>
                <a:path extrusionOk="0" h="377686" w="377692">
                  <a:moveTo>
                    <a:pt x="188846" y="0"/>
                  </a:moveTo>
                  <a:cubicBezTo>
                    <a:pt x="293143" y="0"/>
                    <a:pt x="377692" y="84548"/>
                    <a:pt x="377692" y="188843"/>
                  </a:cubicBezTo>
                  <a:cubicBezTo>
                    <a:pt x="377692" y="293138"/>
                    <a:pt x="293143" y="377686"/>
                    <a:pt x="188846" y="377686"/>
                  </a:cubicBezTo>
                  <a:cubicBezTo>
                    <a:pt x="84549" y="377686"/>
                    <a:pt x="0" y="293138"/>
                    <a:pt x="0" y="188843"/>
                  </a:cubicBezTo>
                  <a:cubicBezTo>
                    <a:pt x="0" y="84548"/>
                    <a:pt x="84549" y="0"/>
                    <a:pt x="188846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pic>
        <p:nvPicPr>
          <p:cNvPr id="333" name="Google Shape;333;p51"/>
          <p:cNvPicPr preferRelativeResize="0"/>
          <p:nvPr/>
        </p:nvPicPr>
        <p:blipFill rotWithShape="1">
          <a:blip r:embed="rId9">
            <a:alphaModFix/>
          </a:blip>
          <a:srcRect b="0" l="62499" r="18750" t="66667"/>
          <a:stretch/>
        </p:blipFill>
        <p:spPr>
          <a:xfrm>
            <a:off x="0" y="0"/>
            <a:ext cx="2286040" cy="2285999"/>
          </a:xfrm>
          <a:custGeom>
            <a:rect b="b" l="l" r="r" t="t"/>
            <a:pathLst>
              <a:path extrusionOk="0" h="2285999" w="2286040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34" name="Google Shape;334;p51"/>
          <p:cNvSpPr/>
          <p:nvPr>
            <p:ph idx="2" type="pic"/>
          </p:nvPr>
        </p:nvSpPr>
        <p:spPr>
          <a:xfrm>
            <a:off x="1103130" y="1155123"/>
            <a:ext cx="1976212" cy="197621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35" name="Google Shape;335;p51"/>
          <p:cNvSpPr/>
          <p:nvPr>
            <p:ph idx="3" type="pic"/>
          </p:nvPr>
        </p:nvSpPr>
        <p:spPr>
          <a:xfrm>
            <a:off x="1103130" y="3726667"/>
            <a:ext cx="1976212" cy="197621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36" name="Google Shape;336;p51"/>
          <p:cNvSpPr/>
          <p:nvPr>
            <p:ph idx="4" type="pic"/>
          </p:nvPr>
        </p:nvSpPr>
        <p:spPr>
          <a:xfrm>
            <a:off x="6246630" y="1155123"/>
            <a:ext cx="1976212" cy="197621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37" name="Google Shape;337;p51"/>
          <p:cNvSpPr/>
          <p:nvPr>
            <p:ph idx="5" type="pic"/>
          </p:nvPr>
        </p:nvSpPr>
        <p:spPr>
          <a:xfrm>
            <a:off x="6246630" y="3726667"/>
            <a:ext cx="1976212" cy="197621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PPTMON slide">
  <p:cSld name="17_PPTMON slide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52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341" name="Google Shape;341;p5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2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52"/>
          <p:cNvPicPr preferRelativeResize="0"/>
          <p:nvPr/>
        </p:nvPicPr>
        <p:blipFill rotWithShape="1">
          <a:blip r:embed="rId7">
            <a:alphaModFix/>
          </a:blip>
          <a:srcRect b="0" l="15366" r="75231" t="88883"/>
          <a:stretch/>
        </p:blipFill>
        <p:spPr>
          <a:xfrm flipH="1">
            <a:off x="11045627" y="6095628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44" name="Google Shape;344;p52"/>
          <p:cNvPicPr preferRelativeResize="0"/>
          <p:nvPr/>
        </p:nvPicPr>
        <p:blipFill rotWithShape="1">
          <a:blip r:embed="rId8">
            <a:alphaModFix/>
          </a:blip>
          <a:srcRect b="22216" l="25543" r="68203" t="66667"/>
          <a:stretch/>
        </p:blipFill>
        <p:spPr>
          <a:xfrm flipH="1">
            <a:off x="11429618" y="5008963"/>
            <a:ext cx="762382" cy="762370"/>
          </a:xfrm>
          <a:custGeom>
            <a:rect b="b" l="l" r="r" t="t"/>
            <a:pathLst>
              <a:path extrusionOk="0" h="762370" w="762382">
                <a:moveTo>
                  <a:pt x="381191" y="0"/>
                </a:moveTo>
                <a:cubicBezTo>
                  <a:pt x="591717" y="0"/>
                  <a:pt x="762382" y="170662"/>
                  <a:pt x="762382" y="381185"/>
                </a:cubicBezTo>
                <a:cubicBezTo>
                  <a:pt x="762382" y="591708"/>
                  <a:pt x="591717" y="762370"/>
                  <a:pt x="381191" y="762370"/>
                </a:cubicBezTo>
                <a:cubicBezTo>
                  <a:pt x="170665" y="762370"/>
                  <a:pt x="0" y="591708"/>
                  <a:pt x="0" y="381185"/>
                </a:cubicBezTo>
                <a:cubicBezTo>
                  <a:pt x="0" y="170662"/>
                  <a:pt x="170665" y="0"/>
                  <a:pt x="381191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345" name="Google Shape;345;p52"/>
          <p:cNvPicPr preferRelativeResize="0"/>
          <p:nvPr/>
        </p:nvPicPr>
        <p:blipFill rotWithShape="1">
          <a:blip r:embed="rId9">
            <a:alphaModFix/>
          </a:blip>
          <a:srcRect b="49999" l="51576" r="39077" t="33336"/>
          <a:stretch/>
        </p:blipFill>
        <p:spPr>
          <a:xfrm flipH="1">
            <a:off x="6096000" y="5715180"/>
            <a:ext cx="1139461" cy="1142820"/>
          </a:xfrm>
          <a:custGeom>
            <a:rect b="b" l="l" r="r" t="t"/>
            <a:pathLst>
              <a:path extrusionOk="0" h="1142820" w="1139461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PPTMON slide">
  <p:cSld name="18_PPTMON slide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3">
            <a:hlinkClick r:id="rId4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53"/>
          <p:cNvPicPr preferRelativeResize="0"/>
          <p:nvPr/>
        </p:nvPicPr>
        <p:blipFill rotWithShape="1">
          <a:blip r:embed="rId7">
            <a:alphaModFix/>
          </a:blip>
          <a:srcRect b="0" l="62499" r="18750" t="66667"/>
          <a:stretch/>
        </p:blipFill>
        <p:spPr>
          <a:xfrm flipH="1">
            <a:off x="9905960" y="0"/>
            <a:ext cx="2286040" cy="2285999"/>
          </a:xfrm>
          <a:custGeom>
            <a:rect b="b" l="l" r="r" t="t"/>
            <a:pathLst>
              <a:path extrusionOk="0" h="2285999" w="2286040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51" name="Google Shape;351;p53"/>
          <p:cNvPicPr preferRelativeResize="0"/>
          <p:nvPr/>
        </p:nvPicPr>
        <p:blipFill rotWithShape="1">
          <a:blip r:embed="rId7">
            <a:alphaModFix/>
          </a:blip>
          <a:srcRect b="66667" l="26679" r="64134" t="0"/>
          <a:stretch/>
        </p:blipFill>
        <p:spPr>
          <a:xfrm flipH="1">
            <a:off x="0" y="4572000"/>
            <a:ext cx="1120030" cy="2286000"/>
          </a:xfrm>
          <a:custGeom>
            <a:rect b="b" l="l" r="r" t="t"/>
            <a:pathLst>
              <a:path extrusionOk="0" h="2286000" w="2286000">
                <a:moveTo>
                  <a:pt x="0" y="0"/>
                </a:moveTo>
                <a:lnTo>
                  <a:pt x="2286000" y="0"/>
                </a:ln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52" name="Google Shape;352;p53"/>
          <p:cNvPicPr preferRelativeResize="0"/>
          <p:nvPr/>
        </p:nvPicPr>
        <p:blipFill rotWithShape="1">
          <a:blip r:embed="rId8">
            <a:alphaModFix/>
          </a:blip>
          <a:srcRect b="22216" l="25543" r="68203" t="66667"/>
          <a:stretch/>
        </p:blipFill>
        <p:spPr>
          <a:xfrm flipH="1">
            <a:off x="1120030" y="5333815"/>
            <a:ext cx="762382" cy="762370"/>
          </a:xfrm>
          <a:custGeom>
            <a:rect b="b" l="l" r="r" t="t"/>
            <a:pathLst>
              <a:path extrusionOk="0" h="762370" w="762382">
                <a:moveTo>
                  <a:pt x="381191" y="0"/>
                </a:moveTo>
                <a:cubicBezTo>
                  <a:pt x="591717" y="0"/>
                  <a:pt x="762382" y="170662"/>
                  <a:pt x="762382" y="381185"/>
                </a:cubicBezTo>
                <a:cubicBezTo>
                  <a:pt x="762382" y="591708"/>
                  <a:pt x="591717" y="762370"/>
                  <a:pt x="381191" y="762370"/>
                </a:cubicBezTo>
                <a:cubicBezTo>
                  <a:pt x="170665" y="762370"/>
                  <a:pt x="0" y="591708"/>
                  <a:pt x="0" y="381185"/>
                </a:cubicBezTo>
                <a:cubicBezTo>
                  <a:pt x="0" y="170662"/>
                  <a:pt x="170665" y="0"/>
                  <a:pt x="381191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353" name="Google Shape;353;p53"/>
          <p:cNvPicPr preferRelativeResize="0"/>
          <p:nvPr/>
        </p:nvPicPr>
        <p:blipFill rotWithShape="1">
          <a:blip r:embed="rId9">
            <a:alphaModFix/>
          </a:blip>
          <a:srcRect b="0" l="15366" r="75231" t="88883"/>
          <a:stretch/>
        </p:blipFill>
        <p:spPr>
          <a:xfrm flipH="1">
            <a:off x="0" y="6095628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54" name="Google Shape;354;p53"/>
          <p:cNvPicPr preferRelativeResize="0"/>
          <p:nvPr/>
        </p:nvPicPr>
        <p:blipFill rotWithShape="1">
          <a:blip r:embed="rId9">
            <a:alphaModFix/>
          </a:blip>
          <a:srcRect b="0" l="15366" r="75231" t="88883"/>
          <a:stretch/>
        </p:blipFill>
        <p:spPr>
          <a:xfrm flipH="1">
            <a:off x="0" y="5333256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55" name="Google Shape;355;p53"/>
          <p:cNvPicPr preferRelativeResize="0"/>
          <p:nvPr/>
        </p:nvPicPr>
        <p:blipFill rotWithShape="1">
          <a:blip r:embed="rId9">
            <a:alphaModFix/>
          </a:blip>
          <a:srcRect b="0" l="15366" r="75231" t="88883"/>
          <a:stretch/>
        </p:blipFill>
        <p:spPr>
          <a:xfrm flipH="1">
            <a:off x="0" y="4572000"/>
            <a:ext cx="1146373" cy="762372"/>
          </a:xfrm>
          <a:custGeom>
            <a:rect b="b" l="l" r="r" t="t"/>
            <a:pathLst>
              <a:path extrusionOk="0" h="762372" w="1146373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56" name="Google Shape;356;p53"/>
          <p:cNvSpPr/>
          <p:nvPr>
            <p:ph idx="2" type="pic"/>
          </p:nvPr>
        </p:nvSpPr>
        <p:spPr>
          <a:xfrm>
            <a:off x="8106339" y="1081213"/>
            <a:ext cx="2211845" cy="4839816"/>
          </a:xfrm>
          <a:prstGeom prst="roundRect">
            <a:avLst>
              <a:gd fmla="val 13456" name="adj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PPTMON slide">
  <p:cSld name="19_PPTMON slide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4">
            <a:hlinkClick r:id="rId5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" name="Google Shape;361;p54"/>
          <p:cNvGrpSpPr/>
          <p:nvPr/>
        </p:nvGrpSpPr>
        <p:grpSpPr>
          <a:xfrm rot="10800000">
            <a:off x="1" y="0"/>
            <a:ext cx="1524190" cy="2286000"/>
            <a:chOff x="1333849" y="-2996119"/>
            <a:chExt cx="1524190" cy="2286000"/>
          </a:xfrm>
        </p:grpSpPr>
        <p:pic>
          <p:nvPicPr>
            <p:cNvPr id="362" name="Google Shape;362;p54"/>
            <p:cNvPicPr preferRelativeResize="0"/>
            <p:nvPr/>
          </p:nvPicPr>
          <p:blipFill rotWithShape="1">
            <a:blip r:embed="rId7">
              <a:alphaModFix/>
            </a:blip>
            <a:srcRect b="66667" l="26353" r="64134" t="0"/>
            <a:stretch/>
          </p:blipFill>
          <p:spPr>
            <a:xfrm>
              <a:off x="1698172" y="-2996119"/>
              <a:ext cx="1159867" cy="2286000"/>
            </a:xfrm>
            <a:custGeom>
              <a:rect b="b" l="l" r="r" t="t"/>
              <a:pathLst>
                <a:path extrusionOk="0"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63" name="Google Shape;363;p54"/>
            <p:cNvPicPr preferRelativeResize="0"/>
            <p:nvPr/>
          </p:nvPicPr>
          <p:blipFill rotWithShape="1">
            <a:blip r:embed="rId8">
              <a:alphaModFix/>
            </a:blip>
            <a:srcRect b="22216" l="25543" r="68203" t="66667"/>
            <a:stretch/>
          </p:blipFill>
          <p:spPr>
            <a:xfrm>
              <a:off x="1333849" y="-2234304"/>
              <a:ext cx="762382" cy="762370"/>
            </a:xfrm>
            <a:custGeom>
              <a:rect b="b" l="l" r="r" t="t"/>
              <a:pathLst>
                <a:path extrusionOk="0" h="762370" w="762382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364" name="Google Shape;364;p54"/>
            <p:cNvPicPr preferRelativeResize="0"/>
            <p:nvPr/>
          </p:nvPicPr>
          <p:blipFill rotWithShape="1">
            <a:blip r:embed="rId9">
              <a:alphaModFix/>
            </a:blip>
            <a:srcRect b="22216" l="28593" r="68204" t="66667"/>
            <a:stretch/>
          </p:blipFill>
          <p:spPr>
            <a:xfrm>
              <a:off x="1705721" y="-2234304"/>
              <a:ext cx="390510" cy="762370"/>
            </a:xfrm>
            <a:custGeom>
              <a:rect b="b" l="l" r="r" t="t"/>
              <a:pathLst>
                <a:path extrusionOk="0" h="762370" w="390510">
                  <a:moveTo>
                    <a:pt x="9319" y="0"/>
                  </a:moveTo>
                  <a:cubicBezTo>
                    <a:pt x="219845" y="0"/>
                    <a:pt x="390510" y="170662"/>
                    <a:pt x="390510" y="381185"/>
                  </a:cubicBezTo>
                  <a:cubicBezTo>
                    <a:pt x="390510" y="591708"/>
                    <a:pt x="219845" y="762370"/>
                    <a:pt x="9319" y="762370"/>
                  </a:cubicBezTo>
                  <a:lnTo>
                    <a:pt x="0" y="761431"/>
                  </a:lnTo>
                  <a:lnTo>
                    <a:pt x="0" y="939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pic>
        <p:nvPicPr>
          <p:cNvPr id="365" name="Google Shape;365;p54"/>
          <p:cNvPicPr preferRelativeResize="0"/>
          <p:nvPr/>
        </p:nvPicPr>
        <p:blipFill rotWithShape="1">
          <a:blip r:embed="rId10">
            <a:alphaModFix/>
          </a:blip>
          <a:srcRect b="49999" l="51576" r="39077" t="33336"/>
          <a:stretch/>
        </p:blipFill>
        <p:spPr>
          <a:xfrm flipH="1" rot="10800000">
            <a:off x="11052539" y="5339552"/>
            <a:ext cx="1139461" cy="1142820"/>
          </a:xfrm>
          <a:custGeom>
            <a:rect b="b" l="l" r="r" t="t"/>
            <a:pathLst>
              <a:path extrusionOk="0" h="1142820" w="1139461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66" name="Google Shape;366;p54"/>
          <p:cNvPicPr preferRelativeResize="0"/>
          <p:nvPr/>
        </p:nvPicPr>
        <p:blipFill rotWithShape="1">
          <a:blip r:embed="rId8">
            <a:alphaModFix/>
          </a:blip>
          <a:srcRect b="91102" l="45270" r="39077" t="3333"/>
          <a:stretch/>
        </p:blipFill>
        <p:spPr>
          <a:xfrm flipH="1" rot="10800000">
            <a:off x="10283729" y="6476346"/>
            <a:ext cx="1908271" cy="381654"/>
          </a:xfrm>
          <a:custGeom>
            <a:rect b="b" l="l" r="r" t="t"/>
            <a:pathLst>
              <a:path extrusionOk="0" h="381654" w="1908271">
                <a:moveTo>
                  <a:pt x="0" y="0"/>
                </a:moveTo>
                <a:lnTo>
                  <a:pt x="1908271" y="0"/>
                </a:lnTo>
                <a:lnTo>
                  <a:pt x="1908271" y="381654"/>
                </a:lnTo>
                <a:lnTo>
                  <a:pt x="0" y="38165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67" name="Google Shape;367;p54"/>
          <p:cNvSpPr/>
          <p:nvPr>
            <p:ph idx="2" type="pic"/>
          </p:nvPr>
        </p:nvSpPr>
        <p:spPr>
          <a:xfrm>
            <a:off x="7179468" y="866775"/>
            <a:ext cx="3779045" cy="5029200"/>
          </a:xfrm>
          <a:prstGeom prst="roundRect">
            <a:avLst>
              <a:gd fmla="val 1926" name="adj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PPTMON slide">
  <p:cSld name="20_PPTMON slide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29909" r="0" t="0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5">
            <a:hlinkClick r:id="rId4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5"/>
          <p:cNvPicPr preferRelativeResize="0"/>
          <p:nvPr/>
        </p:nvPicPr>
        <p:blipFill rotWithShape="1">
          <a:blip r:embed="rId7">
            <a:alphaModFix/>
          </a:blip>
          <a:srcRect b="33333" l="3408" r="77841" t="33333"/>
          <a:stretch/>
        </p:blipFill>
        <p:spPr>
          <a:xfrm rot="10800000">
            <a:off x="9906000" y="0"/>
            <a:ext cx="2286000" cy="2286000"/>
          </a:xfrm>
          <a:custGeom>
            <a:rect b="b" l="l" r="r" t="t"/>
            <a:pathLst>
              <a:path extrusionOk="0" h="2286000" w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73" name="Google Shape;373;p55"/>
          <p:cNvPicPr preferRelativeResize="0"/>
          <p:nvPr/>
        </p:nvPicPr>
        <p:blipFill rotWithShape="1">
          <a:blip r:embed="rId8">
            <a:alphaModFix/>
          </a:blip>
          <a:srcRect b="49999" l="51576" r="39077" t="33336"/>
          <a:stretch/>
        </p:blipFill>
        <p:spPr>
          <a:xfrm flipH="1">
            <a:off x="0" y="4572360"/>
            <a:ext cx="1139461" cy="1142820"/>
          </a:xfrm>
          <a:custGeom>
            <a:rect b="b" l="l" r="r" t="t"/>
            <a:pathLst>
              <a:path extrusionOk="0" h="1142820" w="1139461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74" name="Google Shape;374;p55"/>
          <p:cNvPicPr preferRelativeResize="0"/>
          <p:nvPr/>
        </p:nvPicPr>
        <p:blipFill rotWithShape="1">
          <a:blip r:embed="rId7">
            <a:alphaModFix/>
          </a:blip>
          <a:srcRect b="49999" l="51576" r="39077" t="33336"/>
          <a:stretch/>
        </p:blipFill>
        <p:spPr>
          <a:xfrm rot="10800000">
            <a:off x="0" y="5715180"/>
            <a:ext cx="1139461" cy="1142820"/>
          </a:xfrm>
          <a:custGeom>
            <a:rect b="b" l="l" r="r" t="t"/>
            <a:pathLst>
              <a:path extrusionOk="0" h="1142820" w="1139461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75" name="Google Shape;375;p55"/>
          <p:cNvPicPr preferRelativeResize="0"/>
          <p:nvPr/>
        </p:nvPicPr>
        <p:blipFill rotWithShape="1">
          <a:blip r:embed="rId9">
            <a:alphaModFix/>
          </a:blip>
          <a:srcRect b="33333" l="81250" r="0" t="33333"/>
          <a:stretch/>
        </p:blipFill>
        <p:spPr>
          <a:xfrm rot="10800000">
            <a:off x="1120030" y="4553040"/>
            <a:ext cx="2286000" cy="2286000"/>
          </a:xfrm>
          <a:custGeom>
            <a:rect b="b" l="l" r="r" t="t"/>
            <a:pathLst>
              <a:path extrusionOk="0" h="2286000" w="2286000">
                <a:moveTo>
                  <a:pt x="1143000" y="0"/>
                </a:moveTo>
                <a:cubicBezTo>
                  <a:pt x="1774261" y="0"/>
                  <a:pt x="2286000" y="511739"/>
                  <a:pt x="2286000" y="1143000"/>
                </a:cubicBezTo>
                <a:cubicBezTo>
                  <a:pt x="2286000" y="1774261"/>
                  <a:pt x="1774261" y="2286000"/>
                  <a:pt x="1143000" y="2286000"/>
                </a:cubicBezTo>
                <a:cubicBezTo>
                  <a:pt x="511739" y="2286000"/>
                  <a:pt x="0" y="1774261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76" name="Google Shape;376;p55"/>
          <p:cNvSpPr/>
          <p:nvPr>
            <p:ph idx="2" type="pic"/>
          </p:nvPr>
        </p:nvSpPr>
        <p:spPr>
          <a:xfrm>
            <a:off x="4592931" y="838318"/>
            <a:ext cx="6746582" cy="4597400"/>
          </a:xfrm>
          <a:prstGeom prst="roundRect">
            <a:avLst>
              <a:gd fmla="val 1000" name="adj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5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1" name="Google Shape;391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7" name="Google Shape;397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5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03" name="Google Shape;403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5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9" name="Google Shape;409;p5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0" name="Google Shape;410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6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6" name="Google Shape;416;p6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7" name="Google Shape;417;p6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8" name="Google Shape;418;p6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9" name="Google Shape;419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6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29" name="Google Shape;429;p6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0" name="Google Shape;430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6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6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37" name="Google Shape;437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6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3" name="Google Shape;443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6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9" name="Google Shape;449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0" Type="http://schemas.openxmlformats.org/officeDocument/2006/relationships/theme" Target="../theme/theme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Vollkorn Black"/>
              <a:buNone/>
              <a:defRPr b="0" i="0" sz="4400" u="none" cap="none" strike="noStrike">
                <a:solidFill>
                  <a:schemeClr val="dk1"/>
                </a:solidFill>
                <a:latin typeface="Vollkorn Black"/>
                <a:ea typeface="Vollkorn Black"/>
                <a:cs typeface="Vollkorn Black"/>
                <a:sym typeface="Vollkorn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9" name="Google Shape;379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0" name="Google Shape;38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1" name="Google Shape;38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2" name="Google Shape;38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jpg"/><Relationship Id="rId4" Type="http://schemas.openxmlformats.org/officeDocument/2006/relationships/image" Target="../media/image22.jpg"/><Relationship Id="rId5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jpg"/><Relationship Id="rId4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Relationship Id="rId8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"/>
          <p:cNvSpPr txBox="1"/>
          <p:nvPr/>
        </p:nvSpPr>
        <p:spPr>
          <a:xfrm>
            <a:off x="637152" y="4531207"/>
            <a:ext cx="4666738" cy="369332"/>
          </a:xfrm>
          <a:prstGeom prst="rect">
            <a:avLst/>
          </a:prstGeom>
          <a:solidFill>
            <a:srgbClr val="EA2B0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Creative Coding Utrecht</a:t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57" name="Google Shape;457;p1"/>
          <p:cNvSpPr txBox="1"/>
          <p:nvPr/>
        </p:nvSpPr>
        <p:spPr>
          <a:xfrm>
            <a:off x="637153" y="1238668"/>
            <a:ext cx="6906648" cy="3046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3240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Basic TouchDesigner  Workshop</a:t>
            </a:r>
            <a:endParaRPr sz="66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58" name="Google Shape;458;p1"/>
          <p:cNvSpPr txBox="1"/>
          <p:nvPr/>
        </p:nvSpPr>
        <p:spPr>
          <a:xfrm>
            <a:off x="637152" y="5069667"/>
            <a:ext cx="52678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Raul Leal (Digital Piglet)   ｜   21. 09. 2024</a:t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"/>
          <p:cNvSpPr txBox="1"/>
          <p:nvPr/>
        </p:nvSpPr>
        <p:spPr>
          <a:xfrm>
            <a:off x="2742236" y="2459504"/>
            <a:ext cx="670752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WIFI: ccu</a:t>
            </a:r>
            <a:endParaRPr sz="60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WW: Code03084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"/>
          <p:cNvSpPr txBox="1"/>
          <p:nvPr>
            <p:ph idx="4294967295" type="title"/>
          </p:nvPr>
        </p:nvSpPr>
        <p:spPr>
          <a:xfrm>
            <a:off x="0" y="2259013"/>
            <a:ext cx="8826500" cy="706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Questrial"/>
              <a:buNone/>
            </a:pPr>
            <a:r>
              <a:rPr b="1" lang="en-US" sz="60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Hi my name</a:t>
            </a:r>
            <a:br>
              <a:rPr b="1" lang="en-US" sz="60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b="1" lang="en-US" sz="60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Is Raul Leal</a:t>
            </a:r>
            <a:endParaRPr b="1" sz="60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"/>
          <p:cNvSpPr txBox="1"/>
          <p:nvPr/>
        </p:nvSpPr>
        <p:spPr>
          <a:xfrm>
            <a:off x="838200" y="1877832"/>
            <a:ext cx="3890058" cy="38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lang="en-US"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Creative technologist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lang="en-US"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Rietveld Academy – DogTime Unstable Media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lang="en-US"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In my practice I aim to use technology as a companion for creation instead of simply  as a tool</a:t>
            </a:r>
            <a:endParaRPr/>
          </a:p>
        </p:txBody>
      </p:sp>
      <p:sp>
        <p:nvSpPr>
          <p:cNvPr id="474" name="Google Shape;474;p6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estrial"/>
              <a:buNone/>
            </a:pPr>
            <a:r>
              <a:rPr lang="en-US" sz="44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Me</a:t>
            </a:r>
            <a:endParaRPr sz="44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descr="A large room with pillows on the floor&#10;&#10;Description automatically generated" id="475" name="Google Shape;4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0813" y="3524252"/>
            <a:ext cx="2170198" cy="2893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oup of people in a room with a large green wall&#10;&#10;Description automatically generated" id="476" name="Google Shape;4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7001" y="3524252"/>
            <a:ext cx="2139300" cy="2860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365125"/>
            <a:ext cx="5170299" cy="286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Vollkorn Black"/>
              <a:buNone/>
            </a:pPr>
            <a:r>
              <a:rPr lang="en-US"/>
              <a:t>This workshop</a:t>
            </a:r>
            <a:endParaRPr/>
          </a:p>
        </p:txBody>
      </p:sp>
      <p:sp>
        <p:nvSpPr>
          <p:cNvPr id="483" name="Google Shape;483;p7"/>
          <p:cNvSpPr txBox="1"/>
          <p:nvPr/>
        </p:nvSpPr>
        <p:spPr>
          <a:xfrm>
            <a:off x="1134014" y="2082529"/>
            <a:ext cx="48280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What we will do!</a:t>
            </a:r>
            <a:endParaRPr b="1" sz="2800">
              <a:solidFill>
                <a:srgbClr val="F2F2F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84" name="Google Shape;484;p7"/>
          <p:cNvSpPr txBox="1"/>
          <p:nvPr/>
        </p:nvSpPr>
        <p:spPr>
          <a:xfrm>
            <a:off x="1134014" y="2674937"/>
            <a:ext cx="4828032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lang="en-US" sz="1800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Basic Introduction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b="0" i="0" lang="en-US" sz="1800" u="none" cap="none" strike="noStrike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Programming with TD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b="0" i="0" lang="en-US" sz="1800" u="none" cap="none" strike="noStrike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Common useful logic patterns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b="0" i="0" lang="en-US" sz="1800" u="none" cap="none" strike="noStrike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Assigning references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lang="en-US" sz="1800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Bauhaus typography  motion graphics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lang="en-US" sz="1800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Make as much as you can</a:t>
            </a:r>
            <a:endParaRPr sz="1800">
              <a:solidFill>
                <a:srgbClr val="F2F2F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lang="en-US" sz="1800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Have fun</a:t>
            </a:r>
            <a:endParaRPr/>
          </a:p>
          <a:p>
            <a:pPr indent="-101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F2F2F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85" name="Google Shape;485;p7"/>
          <p:cNvSpPr txBox="1"/>
          <p:nvPr/>
        </p:nvSpPr>
        <p:spPr>
          <a:xfrm>
            <a:off x="6187836" y="2082529"/>
            <a:ext cx="48280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What we will not do</a:t>
            </a:r>
            <a:endParaRPr b="1" sz="2800">
              <a:solidFill>
                <a:srgbClr val="F2F2F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86" name="Google Shape;486;p7"/>
          <p:cNvSpPr txBox="1"/>
          <p:nvPr/>
        </p:nvSpPr>
        <p:spPr>
          <a:xfrm>
            <a:off x="6187771" y="2664410"/>
            <a:ext cx="4825160" cy="2854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lang="en-US" sz="1800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No 3D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lang="en-US" sz="1800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No Particles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Noto Sans Symbols"/>
              <a:buChar char="▶"/>
            </a:pPr>
            <a:r>
              <a:rPr lang="en-US" sz="1800">
                <a:solidFill>
                  <a:srgbClr val="F2F2F2"/>
                </a:solidFill>
                <a:latin typeface="Questrial"/>
                <a:ea typeface="Questrial"/>
                <a:cs typeface="Questrial"/>
                <a:sym typeface="Questrial"/>
              </a:rPr>
              <a:t>No Kinect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F2F2F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92" name="Google Shape;492;p9"/>
          <p:cNvSpPr txBox="1"/>
          <p:nvPr/>
        </p:nvSpPr>
        <p:spPr>
          <a:xfrm>
            <a:off x="801188" y="2533650"/>
            <a:ext cx="4247900" cy="18194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lt1"/>
                </a:solidFill>
                <a:latin typeface="Vollkorn Black"/>
                <a:ea typeface="Vollkorn Black"/>
                <a:cs typeface="Vollkorn Black"/>
                <a:sym typeface="Vollkorn Black"/>
              </a:rPr>
              <a:t>Tim Rodenbröker</a:t>
            </a:r>
            <a:endParaRPr/>
          </a:p>
        </p:txBody>
      </p:sp>
      <p:grpSp>
        <p:nvGrpSpPr>
          <p:cNvPr id="493" name="Google Shape;493;p9"/>
          <p:cNvGrpSpPr/>
          <p:nvPr/>
        </p:nvGrpSpPr>
        <p:grpSpPr>
          <a:xfrm>
            <a:off x="5506892" y="1852902"/>
            <a:ext cx="1716356" cy="570346"/>
            <a:chOff x="2504802" y="1755501"/>
            <a:chExt cx="1598829" cy="531293"/>
          </a:xfrm>
        </p:grpSpPr>
        <p:sp>
          <p:nvSpPr>
            <p:cNvPr id="494" name="Google Shape;494;p9"/>
            <p:cNvSpPr/>
            <p:nvPr/>
          </p:nvSpPr>
          <p:spPr>
            <a:xfrm>
              <a:off x="2504802" y="2113855"/>
              <a:ext cx="1598614" cy="172939"/>
            </a:xfrm>
            <a:custGeom>
              <a:rect b="b" l="l" r="r" t="t"/>
              <a:pathLst>
                <a:path extrusionOk="0" h="172939" w="1598614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2504802" y="1755501"/>
              <a:ext cx="1598829" cy="172724"/>
            </a:xfrm>
            <a:custGeom>
              <a:rect b="b" l="l" r="r" t="t"/>
              <a:pathLst>
                <a:path extrusionOk="0" h="172724" w="1598829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pic>
        <p:nvPicPr>
          <p:cNvPr descr="TimRodenbroeker – FVS" id="496" name="Google Shape;496;p9"/>
          <p:cNvPicPr preferRelativeResize="0"/>
          <p:nvPr/>
        </p:nvPicPr>
        <p:blipFill rotWithShape="1">
          <a:blip r:embed="rId3">
            <a:alphaModFix/>
          </a:blip>
          <a:srcRect b="5" l="0" r="5" t="0"/>
          <a:stretch/>
        </p:blipFill>
        <p:spPr>
          <a:xfrm>
            <a:off x="8414456" y="232636"/>
            <a:ext cx="2822268" cy="2822268"/>
          </a:xfrm>
          <a:custGeom>
            <a:rect b="b" l="l" r="r" t="t"/>
            <a:pathLst>
              <a:path extrusionOk="0" h="2588520" w="2588520">
                <a:moveTo>
                  <a:pt x="1294260" y="0"/>
                </a:moveTo>
                <a:cubicBezTo>
                  <a:pt x="2009060" y="0"/>
                  <a:pt x="2588520" y="579460"/>
                  <a:pt x="2588520" y="1294260"/>
                </a:cubicBezTo>
                <a:cubicBezTo>
                  <a:pt x="2588520" y="2009060"/>
                  <a:pt x="2009060" y="2588520"/>
                  <a:pt x="1294260" y="2588520"/>
                </a:cubicBezTo>
                <a:cubicBezTo>
                  <a:pt x="579460" y="2588520"/>
                  <a:pt x="0" y="2009060"/>
                  <a:pt x="0" y="1294260"/>
                </a:cubicBezTo>
                <a:cubicBezTo>
                  <a:pt x="0" y="579460"/>
                  <a:pt x="579460" y="0"/>
                  <a:pt x="129426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97" name="Google Shape;497;p9"/>
          <p:cNvSpPr/>
          <p:nvPr/>
        </p:nvSpPr>
        <p:spPr>
          <a:xfrm>
            <a:off x="8979511" y="151388"/>
            <a:ext cx="443964" cy="443964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8979511" y="151388"/>
            <a:ext cx="443964" cy="443964"/>
          </a:xfrm>
          <a:custGeom>
            <a:rect b="b" l="l" r="r" t="t"/>
            <a:pathLst>
              <a:path extrusionOk="0" h="807148" w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196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99" name="Google Shape;499;p9"/>
          <p:cNvSpPr/>
          <p:nvPr/>
        </p:nvSpPr>
        <p:spPr>
          <a:xfrm>
            <a:off x="5732667" y="2448254"/>
            <a:ext cx="3764421" cy="376442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36000" spcFirstLastPara="1" rIns="72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Vollkorn Black"/>
              <a:ea typeface="Vollkorn Black"/>
              <a:cs typeface="Vollkorn Black"/>
              <a:sym typeface="Vollkorn Black"/>
            </a:endParaRPr>
          </a:p>
        </p:txBody>
      </p:sp>
      <p:grpSp>
        <p:nvGrpSpPr>
          <p:cNvPr id="500" name="Google Shape;500;p9"/>
          <p:cNvGrpSpPr/>
          <p:nvPr/>
        </p:nvGrpSpPr>
        <p:grpSpPr>
          <a:xfrm>
            <a:off x="8865725" y="3995696"/>
            <a:ext cx="1998298" cy="1998316"/>
            <a:chOff x="5734037" y="3067039"/>
            <a:chExt cx="724483" cy="724489"/>
          </a:xfrm>
        </p:grpSpPr>
        <p:sp>
          <p:nvSpPr>
            <p:cNvPr id="501" name="Google Shape;501;p9"/>
            <p:cNvSpPr/>
            <p:nvPr/>
          </p:nvSpPr>
          <p:spPr>
            <a:xfrm>
              <a:off x="5734038" y="3067039"/>
              <a:ext cx="14192" cy="14097"/>
            </a:xfrm>
            <a:custGeom>
              <a:rect b="b" l="l" r="r" t="t"/>
              <a:pathLst>
                <a:path extrusionOk="0" h="14097" w="14192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5793283" y="3067039"/>
              <a:ext cx="14097" cy="14097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5852433" y="3067039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5911678" y="3067039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5970828" y="3067039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6030074" y="3067039"/>
              <a:ext cx="14097" cy="14097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6089224" y="3067039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5734038" y="3126284"/>
              <a:ext cx="14192" cy="14097"/>
            </a:xfrm>
            <a:custGeom>
              <a:rect b="b" l="l" r="r" t="t"/>
              <a:pathLst>
                <a:path extrusionOk="0" h="14097" w="14192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09" name="Google Shape;509;p9"/>
            <p:cNvSpPr/>
            <p:nvPr/>
          </p:nvSpPr>
          <p:spPr>
            <a:xfrm>
              <a:off x="5793283" y="3126282"/>
              <a:ext cx="14097" cy="14099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5852433" y="312628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11" name="Google Shape;511;p9"/>
            <p:cNvSpPr/>
            <p:nvPr/>
          </p:nvSpPr>
          <p:spPr>
            <a:xfrm>
              <a:off x="5911678" y="312628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5970828" y="312628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13" name="Google Shape;513;p9"/>
            <p:cNvSpPr/>
            <p:nvPr/>
          </p:nvSpPr>
          <p:spPr>
            <a:xfrm>
              <a:off x="6030073" y="3126284"/>
              <a:ext cx="14097" cy="14097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14" name="Google Shape;514;p9"/>
            <p:cNvSpPr/>
            <p:nvPr/>
          </p:nvSpPr>
          <p:spPr>
            <a:xfrm>
              <a:off x="6089224" y="312628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15" name="Google Shape;515;p9"/>
            <p:cNvSpPr/>
            <p:nvPr/>
          </p:nvSpPr>
          <p:spPr>
            <a:xfrm>
              <a:off x="5734038" y="3185434"/>
              <a:ext cx="14192" cy="14096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16" name="Google Shape;516;p9"/>
            <p:cNvSpPr/>
            <p:nvPr/>
          </p:nvSpPr>
          <p:spPr>
            <a:xfrm>
              <a:off x="5793283" y="3185434"/>
              <a:ext cx="14097" cy="14097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17" name="Google Shape;517;p9"/>
            <p:cNvSpPr/>
            <p:nvPr/>
          </p:nvSpPr>
          <p:spPr>
            <a:xfrm>
              <a:off x="5852433" y="318543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18" name="Google Shape;518;p9"/>
            <p:cNvSpPr/>
            <p:nvPr/>
          </p:nvSpPr>
          <p:spPr>
            <a:xfrm>
              <a:off x="5911678" y="318543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19" name="Google Shape;519;p9"/>
            <p:cNvSpPr/>
            <p:nvPr/>
          </p:nvSpPr>
          <p:spPr>
            <a:xfrm>
              <a:off x="5970828" y="318543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20" name="Google Shape;520;p9"/>
            <p:cNvSpPr/>
            <p:nvPr/>
          </p:nvSpPr>
          <p:spPr>
            <a:xfrm>
              <a:off x="6030074" y="3185434"/>
              <a:ext cx="14097" cy="14097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21" name="Google Shape;521;p9"/>
            <p:cNvSpPr/>
            <p:nvPr/>
          </p:nvSpPr>
          <p:spPr>
            <a:xfrm>
              <a:off x="6089224" y="318543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22" name="Google Shape;522;p9"/>
            <p:cNvSpPr/>
            <p:nvPr/>
          </p:nvSpPr>
          <p:spPr>
            <a:xfrm>
              <a:off x="5734038" y="3244679"/>
              <a:ext cx="14192" cy="14096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23" name="Google Shape;523;p9"/>
            <p:cNvSpPr/>
            <p:nvPr/>
          </p:nvSpPr>
          <p:spPr>
            <a:xfrm>
              <a:off x="5793283" y="3244677"/>
              <a:ext cx="14097" cy="14099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24" name="Google Shape;524;p9"/>
            <p:cNvSpPr/>
            <p:nvPr/>
          </p:nvSpPr>
          <p:spPr>
            <a:xfrm>
              <a:off x="5852433" y="3244677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5911678" y="3244677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26" name="Google Shape;526;p9"/>
            <p:cNvSpPr/>
            <p:nvPr/>
          </p:nvSpPr>
          <p:spPr>
            <a:xfrm>
              <a:off x="5970828" y="3244677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27" name="Google Shape;527;p9"/>
            <p:cNvSpPr/>
            <p:nvPr/>
          </p:nvSpPr>
          <p:spPr>
            <a:xfrm>
              <a:off x="6030073" y="3244679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28" name="Google Shape;528;p9"/>
            <p:cNvSpPr/>
            <p:nvPr/>
          </p:nvSpPr>
          <p:spPr>
            <a:xfrm>
              <a:off x="6089224" y="3244677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29" name="Google Shape;529;p9"/>
            <p:cNvSpPr/>
            <p:nvPr/>
          </p:nvSpPr>
          <p:spPr>
            <a:xfrm>
              <a:off x="5734038" y="3303829"/>
              <a:ext cx="14192" cy="14096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30" name="Google Shape;530;p9"/>
            <p:cNvSpPr/>
            <p:nvPr/>
          </p:nvSpPr>
          <p:spPr>
            <a:xfrm>
              <a:off x="5793283" y="3303829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31" name="Google Shape;531;p9"/>
            <p:cNvSpPr/>
            <p:nvPr/>
          </p:nvSpPr>
          <p:spPr>
            <a:xfrm>
              <a:off x="5852433" y="3303829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5911678" y="3303829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5970828" y="3303829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6030073" y="3303829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35" name="Google Shape;535;p9"/>
            <p:cNvSpPr/>
            <p:nvPr/>
          </p:nvSpPr>
          <p:spPr>
            <a:xfrm>
              <a:off x="6089224" y="3303829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36" name="Google Shape;536;p9"/>
            <p:cNvSpPr/>
            <p:nvPr/>
          </p:nvSpPr>
          <p:spPr>
            <a:xfrm>
              <a:off x="5734038" y="3363074"/>
              <a:ext cx="14192" cy="14097"/>
            </a:xfrm>
            <a:custGeom>
              <a:rect b="b" l="l" r="r" t="t"/>
              <a:pathLst>
                <a:path extrusionOk="0" h="14097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37" name="Google Shape;537;p9"/>
            <p:cNvSpPr/>
            <p:nvPr/>
          </p:nvSpPr>
          <p:spPr>
            <a:xfrm>
              <a:off x="5793283" y="3363072"/>
              <a:ext cx="14097" cy="14099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38" name="Google Shape;538;p9"/>
            <p:cNvSpPr/>
            <p:nvPr/>
          </p:nvSpPr>
          <p:spPr>
            <a:xfrm>
              <a:off x="5852433" y="336307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39" name="Google Shape;539;p9"/>
            <p:cNvSpPr/>
            <p:nvPr/>
          </p:nvSpPr>
          <p:spPr>
            <a:xfrm>
              <a:off x="5911678" y="336307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40" name="Google Shape;540;p9"/>
            <p:cNvSpPr/>
            <p:nvPr/>
          </p:nvSpPr>
          <p:spPr>
            <a:xfrm>
              <a:off x="5970828" y="336307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6030073" y="3363074"/>
              <a:ext cx="14097" cy="14097"/>
            </a:xfrm>
            <a:custGeom>
              <a:rect b="b" l="l" r="r" t="t"/>
              <a:pathLst>
                <a:path extrusionOk="0" h="14097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42" name="Google Shape;542;p9"/>
            <p:cNvSpPr/>
            <p:nvPr/>
          </p:nvSpPr>
          <p:spPr>
            <a:xfrm>
              <a:off x="6089224" y="336307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43" name="Google Shape;543;p9"/>
            <p:cNvSpPr/>
            <p:nvPr/>
          </p:nvSpPr>
          <p:spPr>
            <a:xfrm>
              <a:off x="5734038" y="3422225"/>
              <a:ext cx="14192" cy="14096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44" name="Google Shape;544;p9"/>
            <p:cNvSpPr/>
            <p:nvPr/>
          </p:nvSpPr>
          <p:spPr>
            <a:xfrm>
              <a:off x="5793283" y="3422225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45" name="Google Shape;545;p9"/>
            <p:cNvSpPr/>
            <p:nvPr/>
          </p:nvSpPr>
          <p:spPr>
            <a:xfrm>
              <a:off x="5852433" y="342222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46" name="Google Shape;546;p9"/>
            <p:cNvSpPr/>
            <p:nvPr/>
          </p:nvSpPr>
          <p:spPr>
            <a:xfrm>
              <a:off x="5911678" y="342222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47" name="Google Shape;547;p9"/>
            <p:cNvSpPr/>
            <p:nvPr/>
          </p:nvSpPr>
          <p:spPr>
            <a:xfrm>
              <a:off x="5970828" y="342222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6030073" y="3422225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6089224" y="342222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6148469" y="3067039"/>
              <a:ext cx="14097" cy="14097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6207620" y="3067039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6266865" y="3067039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6326014" y="3067039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6385260" y="3067039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6444410" y="3067039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6148469" y="3126281"/>
              <a:ext cx="14097" cy="14099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6207620" y="3126281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6266865" y="3126281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6326014" y="3126281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6385260" y="3126281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6444410" y="3126283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6148469" y="3185433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6207620" y="3185433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4" name="Google Shape;564;p9"/>
            <p:cNvSpPr/>
            <p:nvPr/>
          </p:nvSpPr>
          <p:spPr>
            <a:xfrm>
              <a:off x="6266865" y="3185433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6326014" y="3185433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6" name="Google Shape;566;p9"/>
            <p:cNvSpPr/>
            <p:nvPr/>
          </p:nvSpPr>
          <p:spPr>
            <a:xfrm>
              <a:off x="6385260" y="3185433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6444410" y="3185432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6148469" y="3244676"/>
              <a:ext cx="14097" cy="14099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6207620" y="3244676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6266865" y="3244676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6326014" y="3244676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6385260" y="3244676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73" name="Google Shape;573;p9"/>
            <p:cNvSpPr/>
            <p:nvPr/>
          </p:nvSpPr>
          <p:spPr>
            <a:xfrm>
              <a:off x="6444410" y="3244679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74" name="Google Shape;574;p9"/>
            <p:cNvSpPr/>
            <p:nvPr/>
          </p:nvSpPr>
          <p:spPr>
            <a:xfrm>
              <a:off x="6148469" y="3303829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75" name="Google Shape;575;p9"/>
            <p:cNvSpPr/>
            <p:nvPr/>
          </p:nvSpPr>
          <p:spPr>
            <a:xfrm>
              <a:off x="6207620" y="3303829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76" name="Google Shape;576;p9"/>
            <p:cNvSpPr/>
            <p:nvPr/>
          </p:nvSpPr>
          <p:spPr>
            <a:xfrm>
              <a:off x="6266865" y="3303829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77" name="Google Shape;577;p9"/>
            <p:cNvSpPr/>
            <p:nvPr/>
          </p:nvSpPr>
          <p:spPr>
            <a:xfrm>
              <a:off x="6326014" y="3303829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78" name="Google Shape;578;p9"/>
            <p:cNvSpPr/>
            <p:nvPr/>
          </p:nvSpPr>
          <p:spPr>
            <a:xfrm>
              <a:off x="6385260" y="3303829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6444410" y="3303829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6148469" y="3363072"/>
              <a:ext cx="14097" cy="14099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81" name="Google Shape;581;p9"/>
            <p:cNvSpPr/>
            <p:nvPr/>
          </p:nvSpPr>
          <p:spPr>
            <a:xfrm>
              <a:off x="6207620" y="336307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82" name="Google Shape;582;p9"/>
            <p:cNvSpPr/>
            <p:nvPr/>
          </p:nvSpPr>
          <p:spPr>
            <a:xfrm>
              <a:off x="6266865" y="336307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83" name="Google Shape;583;p9"/>
            <p:cNvSpPr/>
            <p:nvPr/>
          </p:nvSpPr>
          <p:spPr>
            <a:xfrm>
              <a:off x="6326014" y="336307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84" name="Google Shape;584;p9"/>
            <p:cNvSpPr/>
            <p:nvPr/>
          </p:nvSpPr>
          <p:spPr>
            <a:xfrm>
              <a:off x="6385260" y="3363072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85" name="Google Shape;585;p9"/>
            <p:cNvSpPr/>
            <p:nvPr/>
          </p:nvSpPr>
          <p:spPr>
            <a:xfrm>
              <a:off x="6444410" y="3363074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86" name="Google Shape;586;p9"/>
            <p:cNvSpPr/>
            <p:nvPr/>
          </p:nvSpPr>
          <p:spPr>
            <a:xfrm>
              <a:off x="6148469" y="3422225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87" name="Google Shape;587;p9"/>
            <p:cNvSpPr/>
            <p:nvPr/>
          </p:nvSpPr>
          <p:spPr>
            <a:xfrm>
              <a:off x="6207620" y="342222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6266865" y="342222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89" name="Google Shape;589;p9"/>
            <p:cNvSpPr/>
            <p:nvPr/>
          </p:nvSpPr>
          <p:spPr>
            <a:xfrm>
              <a:off x="6326014" y="342222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90" name="Google Shape;590;p9"/>
            <p:cNvSpPr/>
            <p:nvPr/>
          </p:nvSpPr>
          <p:spPr>
            <a:xfrm>
              <a:off x="6385260" y="342222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91" name="Google Shape;591;p9"/>
            <p:cNvSpPr/>
            <p:nvPr/>
          </p:nvSpPr>
          <p:spPr>
            <a:xfrm>
              <a:off x="6444410" y="342222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92" name="Google Shape;592;p9"/>
            <p:cNvSpPr/>
            <p:nvPr/>
          </p:nvSpPr>
          <p:spPr>
            <a:xfrm>
              <a:off x="5734038" y="3481374"/>
              <a:ext cx="14192" cy="14096"/>
            </a:xfrm>
            <a:custGeom>
              <a:rect b="b" l="l" r="r" t="t"/>
              <a:pathLst>
                <a:path extrusionOk="0" h="14096" w="14192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5793283" y="3481374"/>
              <a:ext cx="14097" cy="14097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94" name="Google Shape;594;p9"/>
            <p:cNvSpPr/>
            <p:nvPr/>
          </p:nvSpPr>
          <p:spPr>
            <a:xfrm>
              <a:off x="5852433" y="348137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95" name="Google Shape;595;p9"/>
            <p:cNvSpPr/>
            <p:nvPr/>
          </p:nvSpPr>
          <p:spPr>
            <a:xfrm>
              <a:off x="5911678" y="348137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96" name="Google Shape;596;p9"/>
            <p:cNvSpPr/>
            <p:nvPr/>
          </p:nvSpPr>
          <p:spPr>
            <a:xfrm>
              <a:off x="5970828" y="348137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97" name="Google Shape;597;p9"/>
            <p:cNvSpPr/>
            <p:nvPr/>
          </p:nvSpPr>
          <p:spPr>
            <a:xfrm>
              <a:off x="6030074" y="3481374"/>
              <a:ext cx="14097" cy="14097"/>
            </a:xfrm>
            <a:custGeom>
              <a:rect b="b" l="l" r="r" t="t"/>
              <a:pathLst>
                <a:path extrusionOk="0" h="14097" w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98" name="Google Shape;598;p9"/>
            <p:cNvSpPr/>
            <p:nvPr/>
          </p:nvSpPr>
          <p:spPr>
            <a:xfrm>
              <a:off x="6089224" y="348137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99" name="Google Shape;599;p9"/>
            <p:cNvSpPr/>
            <p:nvPr/>
          </p:nvSpPr>
          <p:spPr>
            <a:xfrm>
              <a:off x="5734038" y="3540620"/>
              <a:ext cx="14192" cy="14096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00" name="Google Shape;600;p9"/>
            <p:cNvSpPr/>
            <p:nvPr/>
          </p:nvSpPr>
          <p:spPr>
            <a:xfrm>
              <a:off x="5793283" y="3540620"/>
              <a:ext cx="14097" cy="14097"/>
            </a:xfrm>
            <a:custGeom>
              <a:rect b="b" l="l" r="r" t="t"/>
              <a:pathLst>
                <a:path extrusionOk="0" h="14097" w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01" name="Google Shape;601;p9"/>
            <p:cNvSpPr/>
            <p:nvPr/>
          </p:nvSpPr>
          <p:spPr>
            <a:xfrm>
              <a:off x="5852433" y="3540620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02" name="Google Shape;602;p9"/>
            <p:cNvSpPr/>
            <p:nvPr/>
          </p:nvSpPr>
          <p:spPr>
            <a:xfrm>
              <a:off x="5911678" y="3540620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03" name="Google Shape;603;p9"/>
            <p:cNvSpPr/>
            <p:nvPr/>
          </p:nvSpPr>
          <p:spPr>
            <a:xfrm>
              <a:off x="5970828" y="3540620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04" name="Google Shape;604;p9"/>
            <p:cNvSpPr/>
            <p:nvPr/>
          </p:nvSpPr>
          <p:spPr>
            <a:xfrm>
              <a:off x="6030074" y="3540620"/>
              <a:ext cx="14097" cy="14097"/>
            </a:xfrm>
            <a:custGeom>
              <a:rect b="b" l="l" r="r" t="t"/>
              <a:pathLst>
                <a:path extrusionOk="0" h="14097" w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05" name="Google Shape;605;p9"/>
            <p:cNvSpPr/>
            <p:nvPr/>
          </p:nvSpPr>
          <p:spPr>
            <a:xfrm>
              <a:off x="6089224" y="3540620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06" name="Google Shape;606;p9"/>
            <p:cNvSpPr/>
            <p:nvPr/>
          </p:nvSpPr>
          <p:spPr>
            <a:xfrm>
              <a:off x="5734038" y="3599770"/>
              <a:ext cx="14192" cy="14096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07" name="Google Shape;607;p9"/>
            <p:cNvSpPr/>
            <p:nvPr/>
          </p:nvSpPr>
          <p:spPr>
            <a:xfrm>
              <a:off x="5793283" y="3599770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08" name="Google Shape;608;p9"/>
            <p:cNvSpPr/>
            <p:nvPr/>
          </p:nvSpPr>
          <p:spPr>
            <a:xfrm>
              <a:off x="5852433" y="3599770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09" name="Google Shape;609;p9"/>
            <p:cNvSpPr/>
            <p:nvPr/>
          </p:nvSpPr>
          <p:spPr>
            <a:xfrm>
              <a:off x="5911678" y="3599770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10" name="Google Shape;610;p9"/>
            <p:cNvSpPr/>
            <p:nvPr/>
          </p:nvSpPr>
          <p:spPr>
            <a:xfrm>
              <a:off x="5970828" y="3599770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11" name="Google Shape;611;p9"/>
            <p:cNvSpPr/>
            <p:nvPr/>
          </p:nvSpPr>
          <p:spPr>
            <a:xfrm>
              <a:off x="6030073" y="3599770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12" name="Google Shape;612;p9"/>
            <p:cNvSpPr/>
            <p:nvPr/>
          </p:nvSpPr>
          <p:spPr>
            <a:xfrm>
              <a:off x="6089224" y="3599770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13" name="Google Shape;613;p9"/>
            <p:cNvSpPr/>
            <p:nvPr/>
          </p:nvSpPr>
          <p:spPr>
            <a:xfrm>
              <a:off x="5734037" y="3659014"/>
              <a:ext cx="14192" cy="14096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14" name="Google Shape;614;p9"/>
            <p:cNvSpPr/>
            <p:nvPr/>
          </p:nvSpPr>
          <p:spPr>
            <a:xfrm>
              <a:off x="5793282" y="3659014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15" name="Google Shape;615;p9"/>
            <p:cNvSpPr/>
            <p:nvPr/>
          </p:nvSpPr>
          <p:spPr>
            <a:xfrm>
              <a:off x="5852432" y="365901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16" name="Google Shape;616;p9"/>
            <p:cNvSpPr/>
            <p:nvPr/>
          </p:nvSpPr>
          <p:spPr>
            <a:xfrm>
              <a:off x="5911678" y="365901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17" name="Google Shape;617;p9"/>
            <p:cNvSpPr/>
            <p:nvPr/>
          </p:nvSpPr>
          <p:spPr>
            <a:xfrm>
              <a:off x="5970828" y="365901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18" name="Google Shape;618;p9"/>
            <p:cNvSpPr/>
            <p:nvPr/>
          </p:nvSpPr>
          <p:spPr>
            <a:xfrm>
              <a:off x="6030073" y="3659014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19" name="Google Shape;619;p9"/>
            <p:cNvSpPr/>
            <p:nvPr/>
          </p:nvSpPr>
          <p:spPr>
            <a:xfrm>
              <a:off x="6089224" y="365901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20" name="Google Shape;620;p9"/>
            <p:cNvSpPr/>
            <p:nvPr/>
          </p:nvSpPr>
          <p:spPr>
            <a:xfrm>
              <a:off x="5734039" y="3718165"/>
              <a:ext cx="14192" cy="14096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21" name="Google Shape;621;p9"/>
            <p:cNvSpPr/>
            <p:nvPr/>
          </p:nvSpPr>
          <p:spPr>
            <a:xfrm>
              <a:off x="5793284" y="3718165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22" name="Google Shape;622;p9"/>
            <p:cNvSpPr/>
            <p:nvPr/>
          </p:nvSpPr>
          <p:spPr>
            <a:xfrm>
              <a:off x="5852434" y="371816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23" name="Google Shape;623;p9"/>
            <p:cNvSpPr/>
            <p:nvPr/>
          </p:nvSpPr>
          <p:spPr>
            <a:xfrm>
              <a:off x="5911679" y="371816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24" name="Google Shape;624;p9"/>
            <p:cNvSpPr/>
            <p:nvPr/>
          </p:nvSpPr>
          <p:spPr>
            <a:xfrm>
              <a:off x="5970829" y="371816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25" name="Google Shape;625;p9"/>
            <p:cNvSpPr/>
            <p:nvPr/>
          </p:nvSpPr>
          <p:spPr>
            <a:xfrm>
              <a:off x="6030074" y="3718165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26" name="Google Shape;626;p9"/>
            <p:cNvSpPr/>
            <p:nvPr/>
          </p:nvSpPr>
          <p:spPr>
            <a:xfrm>
              <a:off x="6089225" y="3718165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27" name="Google Shape;627;p9"/>
            <p:cNvSpPr/>
            <p:nvPr/>
          </p:nvSpPr>
          <p:spPr>
            <a:xfrm>
              <a:off x="5734040" y="3777410"/>
              <a:ext cx="14192" cy="14096"/>
            </a:xfrm>
            <a:custGeom>
              <a:rect b="b" l="l" r="r" t="t"/>
              <a:pathLst>
                <a:path extrusionOk="0" h="14096" w="14192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28" name="Google Shape;628;p9"/>
            <p:cNvSpPr/>
            <p:nvPr/>
          </p:nvSpPr>
          <p:spPr>
            <a:xfrm>
              <a:off x="5793285" y="3777410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29" name="Google Shape;629;p9"/>
            <p:cNvSpPr/>
            <p:nvPr/>
          </p:nvSpPr>
          <p:spPr>
            <a:xfrm>
              <a:off x="5852436" y="3777408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30" name="Google Shape;630;p9"/>
            <p:cNvSpPr/>
            <p:nvPr/>
          </p:nvSpPr>
          <p:spPr>
            <a:xfrm>
              <a:off x="5911683" y="3777408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31" name="Google Shape;631;p9"/>
            <p:cNvSpPr/>
            <p:nvPr/>
          </p:nvSpPr>
          <p:spPr>
            <a:xfrm>
              <a:off x="5970835" y="3777408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32" name="Google Shape;632;p9"/>
            <p:cNvSpPr/>
            <p:nvPr/>
          </p:nvSpPr>
          <p:spPr>
            <a:xfrm>
              <a:off x="6030082" y="3777410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33" name="Google Shape;633;p9"/>
            <p:cNvSpPr/>
            <p:nvPr/>
          </p:nvSpPr>
          <p:spPr>
            <a:xfrm>
              <a:off x="6089231" y="3777408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34" name="Google Shape;634;p9"/>
            <p:cNvSpPr/>
            <p:nvPr/>
          </p:nvSpPr>
          <p:spPr>
            <a:xfrm>
              <a:off x="6148476" y="3481374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35" name="Google Shape;635;p9"/>
            <p:cNvSpPr/>
            <p:nvPr/>
          </p:nvSpPr>
          <p:spPr>
            <a:xfrm>
              <a:off x="6207627" y="348137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36" name="Google Shape;636;p9"/>
            <p:cNvSpPr/>
            <p:nvPr/>
          </p:nvSpPr>
          <p:spPr>
            <a:xfrm>
              <a:off x="6266872" y="348137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37" name="Google Shape;637;p9"/>
            <p:cNvSpPr/>
            <p:nvPr/>
          </p:nvSpPr>
          <p:spPr>
            <a:xfrm>
              <a:off x="6326022" y="348137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38" name="Google Shape;638;p9"/>
            <p:cNvSpPr/>
            <p:nvPr/>
          </p:nvSpPr>
          <p:spPr>
            <a:xfrm>
              <a:off x="6385268" y="348137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39" name="Google Shape;639;p9"/>
            <p:cNvSpPr/>
            <p:nvPr/>
          </p:nvSpPr>
          <p:spPr>
            <a:xfrm>
              <a:off x="6444417" y="3481373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40" name="Google Shape;640;p9"/>
            <p:cNvSpPr/>
            <p:nvPr/>
          </p:nvSpPr>
          <p:spPr>
            <a:xfrm>
              <a:off x="6148476" y="3540622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41" name="Google Shape;641;p9"/>
            <p:cNvSpPr/>
            <p:nvPr/>
          </p:nvSpPr>
          <p:spPr>
            <a:xfrm>
              <a:off x="6207627" y="3540623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42" name="Google Shape;642;p9"/>
            <p:cNvSpPr/>
            <p:nvPr/>
          </p:nvSpPr>
          <p:spPr>
            <a:xfrm>
              <a:off x="6266872" y="3540626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43" name="Google Shape;643;p9"/>
            <p:cNvSpPr/>
            <p:nvPr/>
          </p:nvSpPr>
          <p:spPr>
            <a:xfrm>
              <a:off x="6326022" y="3540627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44" name="Google Shape;644;p9"/>
            <p:cNvSpPr/>
            <p:nvPr/>
          </p:nvSpPr>
          <p:spPr>
            <a:xfrm>
              <a:off x="6385268" y="3540630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45" name="Google Shape;645;p9"/>
            <p:cNvSpPr/>
            <p:nvPr/>
          </p:nvSpPr>
          <p:spPr>
            <a:xfrm>
              <a:off x="6444417" y="3540631"/>
              <a:ext cx="14096" cy="14097"/>
            </a:xfrm>
            <a:custGeom>
              <a:rect b="b" l="l" r="r" t="t"/>
              <a:pathLst>
                <a:path extrusionOk="0" h="14097" w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46" name="Google Shape;646;p9"/>
            <p:cNvSpPr/>
            <p:nvPr/>
          </p:nvSpPr>
          <p:spPr>
            <a:xfrm>
              <a:off x="6148476" y="3599781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47" name="Google Shape;647;p9"/>
            <p:cNvSpPr/>
            <p:nvPr/>
          </p:nvSpPr>
          <p:spPr>
            <a:xfrm>
              <a:off x="6207627" y="3599781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48" name="Google Shape;648;p9"/>
            <p:cNvSpPr/>
            <p:nvPr/>
          </p:nvSpPr>
          <p:spPr>
            <a:xfrm>
              <a:off x="6266872" y="3599781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49" name="Google Shape;649;p9"/>
            <p:cNvSpPr/>
            <p:nvPr/>
          </p:nvSpPr>
          <p:spPr>
            <a:xfrm>
              <a:off x="6326022" y="3599781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50" name="Google Shape;650;p9"/>
            <p:cNvSpPr/>
            <p:nvPr/>
          </p:nvSpPr>
          <p:spPr>
            <a:xfrm>
              <a:off x="6385268" y="3599780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51" name="Google Shape;651;p9"/>
            <p:cNvSpPr/>
            <p:nvPr/>
          </p:nvSpPr>
          <p:spPr>
            <a:xfrm>
              <a:off x="6444417" y="3599782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52" name="Google Shape;652;p9"/>
            <p:cNvSpPr/>
            <p:nvPr/>
          </p:nvSpPr>
          <p:spPr>
            <a:xfrm>
              <a:off x="6148476" y="3659026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53" name="Google Shape;653;p9"/>
            <p:cNvSpPr/>
            <p:nvPr/>
          </p:nvSpPr>
          <p:spPr>
            <a:xfrm>
              <a:off x="6207627" y="3659026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54" name="Google Shape;654;p9"/>
            <p:cNvSpPr/>
            <p:nvPr/>
          </p:nvSpPr>
          <p:spPr>
            <a:xfrm>
              <a:off x="6266872" y="3659026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55" name="Google Shape;655;p9"/>
            <p:cNvSpPr/>
            <p:nvPr/>
          </p:nvSpPr>
          <p:spPr>
            <a:xfrm>
              <a:off x="6326022" y="3659026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56" name="Google Shape;656;p9"/>
            <p:cNvSpPr/>
            <p:nvPr/>
          </p:nvSpPr>
          <p:spPr>
            <a:xfrm>
              <a:off x="6385268" y="3659026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57" name="Google Shape;657;p9"/>
            <p:cNvSpPr/>
            <p:nvPr/>
          </p:nvSpPr>
          <p:spPr>
            <a:xfrm>
              <a:off x="6444417" y="3659026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58" name="Google Shape;658;p9"/>
            <p:cNvSpPr/>
            <p:nvPr/>
          </p:nvSpPr>
          <p:spPr>
            <a:xfrm>
              <a:off x="6148476" y="3718177"/>
              <a:ext cx="14097" cy="14096"/>
            </a:xfrm>
            <a:custGeom>
              <a:rect b="b" l="l" r="r" t="t"/>
              <a:pathLst>
                <a:path extrusionOk="0" h="14096" w="14097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59" name="Google Shape;659;p9"/>
            <p:cNvSpPr/>
            <p:nvPr/>
          </p:nvSpPr>
          <p:spPr>
            <a:xfrm>
              <a:off x="6207627" y="3718177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60" name="Google Shape;660;p9"/>
            <p:cNvSpPr/>
            <p:nvPr/>
          </p:nvSpPr>
          <p:spPr>
            <a:xfrm>
              <a:off x="6266872" y="3718177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61" name="Google Shape;661;p9"/>
            <p:cNvSpPr/>
            <p:nvPr/>
          </p:nvSpPr>
          <p:spPr>
            <a:xfrm>
              <a:off x="6326022" y="3718177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62" name="Google Shape;662;p9"/>
            <p:cNvSpPr/>
            <p:nvPr/>
          </p:nvSpPr>
          <p:spPr>
            <a:xfrm>
              <a:off x="6385268" y="3718172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63" name="Google Shape;663;p9"/>
            <p:cNvSpPr/>
            <p:nvPr/>
          </p:nvSpPr>
          <p:spPr>
            <a:xfrm>
              <a:off x="6444417" y="3718176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64" name="Google Shape;664;p9"/>
            <p:cNvSpPr/>
            <p:nvPr/>
          </p:nvSpPr>
          <p:spPr>
            <a:xfrm>
              <a:off x="6148472" y="3777419"/>
              <a:ext cx="14097" cy="14099"/>
            </a:xfrm>
            <a:custGeom>
              <a:rect b="b" l="l" r="r" t="t"/>
              <a:pathLst>
                <a:path extrusionOk="0" h="14099" w="14097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65" name="Google Shape;665;p9"/>
            <p:cNvSpPr/>
            <p:nvPr/>
          </p:nvSpPr>
          <p:spPr>
            <a:xfrm>
              <a:off x="6207622" y="3777419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66" name="Google Shape;666;p9"/>
            <p:cNvSpPr/>
            <p:nvPr/>
          </p:nvSpPr>
          <p:spPr>
            <a:xfrm>
              <a:off x="6266868" y="3777419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67" name="Google Shape;667;p9"/>
            <p:cNvSpPr/>
            <p:nvPr/>
          </p:nvSpPr>
          <p:spPr>
            <a:xfrm>
              <a:off x="6326024" y="3777383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68" name="Google Shape;668;p9"/>
            <p:cNvSpPr/>
            <p:nvPr/>
          </p:nvSpPr>
          <p:spPr>
            <a:xfrm>
              <a:off x="6385287" y="3777429"/>
              <a:ext cx="14096" cy="14099"/>
            </a:xfrm>
            <a:custGeom>
              <a:rect b="b" l="l" r="r" t="t"/>
              <a:pathLst>
                <a:path extrusionOk="0" h="14099" w="14096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669" name="Google Shape;669;p9"/>
            <p:cNvSpPr/>
            <p:nvPr/>
          </p:nvSpPr>
          <p:spPr>
            <a:xfrm>
              <a:off x="6444424" y="3777424"/>
              <a:ext cx="14096" cy="14096"/>
            </a:xfrm>
            <a:custGeom>
              <a:rect b="b" l="l" r="r" t="t"/>
              <a:pathLst>
                <a:path extrusionOk="0" h="14096" w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pic>
        <p:nvPicPr>
          <p:cNvPr id="670" name="Google Shape;670;p9"/>
          <p:cNvPicPr preferRelativeResize="0"/>
          <p:nvPr/>
        </p:nvPicPr>
        <p:blipFill rotWithShape="1">
          <a:blip r:embed="rId4">
            <a:alphaModFix/>
          </a:blip>
          <a:srcRect b="-8775" l="56010" r="-4509" t="8777"/>
          <a:stretch/>
        </p:blipFill>
        <p:spPr>
          <a:xfrm>
            <a:off x="5724000" y="2433371"/>
            <a:ext cx="3755236" cy="3755236"/>
          </a:xfrm>
          <a:custGeom>
            <a:rect b="b" l="l" r="r" t="t"/>
            <a:pathLst>
              <a:path extrusionOk="0" h="5290998" w="5290998">
                <a:moveTo>
                  <a:pt x="2645499" y="0"/>
                </a:moveTo>
                <a:cubicBezTo>
                  <a:pt x="4106568" y="0"/>
                  <a:pt x="5290998" y="1184430"/>
                  <a:pt x="5290998" y="2645499"/>
                </a:cubicBezTo>
                <a:cubicBezTo>
                  <a:pt x="5290998" y="4106568"/>
                  <a:pt x="4106568" y="5290998"/>
                  <a:pt x="2645499" y="5290998"/>
                </a:cubicBezTo>
                <a:cubicBezTo>
                  <a:pt x="1184430" y="5290998"/>
                  <a:pt x="0" y="4106568"/>
                  <a:pt x="0" y="2645499"/>
                </a:cubicBezTo>
                <a:cubicBezTo>
                  <a:pt x="0" y="1184430"/>
                  <a:pt x="1184430" y="0"/>
                  <a:pt x="2645499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5"/>
          <p:cNvSpPr txBox="1"/>
          <p:nvPr/>
        </p:nvSpPr>
        <p:spPr>
          <a:xfrm>
            <a:off x="1212827" y="3931133"/>
            <a:ext cx="3828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https://pad.riseup.net/p/hku_basic_td_workshop_feb_2026</a:t>
            </a:r>
            <a:endParaRPr sz="28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76" name="Google Shape;676;p15"/>
          <p:cNvSpPr txBox="1"/>
          <p:nvPr>
            <p:ph idx="4294967295" type="title"/>
          </p:nvPr>
        </p:nvSpPr>
        <p:spPr>
          <a:xfrm>
            <a:off x="1212827" y="1258888"/>
            <a:ext cx="5037138" cy="2170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estrial"/>
              <a:buNone/>
            </a:pPr>
            <a:r>
              <a:rPr b="1" lang="en-US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Risepad</a:t>
            </a:r>
            <a:endParaRPr b="1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0"/>
          <p:cNvSpPr/>
          <p:nvPr/>
        </p:nvSpPr>
        <p:spPr>
          <a:xfrm>
            <a:off x="-25401" y="-18454"/>
            <a:ext cx="12242800" cy="1931988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estrial"/>
              <a:buNone/>
            </a:pPr>
            <a:r>
              <a:rPr lang="en-US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Constraints for the workshops…</a:t>
            </a:r>
            <a:endParaRPr/>
          </a:p>
        </p:txBody>
      </p:sp>
      <p:sp>
        <p:nvSpPr>
          <p:cNvPr id="683" name="Google Shape;683;p10"/>
          <p:cNvSpPr/>
          <p:nvPr/>
        </p:nvSpPr>
        <p:spPr>
          <a:xfrm>
            <a:off x="4617644" y="3086100"/>
            <a:ext cx="2956712" cy="254889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84" name="Google Shape;684;p10"/>
          <p:cNvSpPr/>
          <p:nvPr/>
        </p:nvSpPr>
        <p:spPr>
          <a:xfrm>
            <a:off x="3863509" y="4044986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85" name="Google Shape;685;p10"/>
          <p:cNvSpPr/>
          <p:nvPr/>
        </p:nvSpPr>
        <p:spPr>
          <a:xfrm>
            <a:off x="3209246" y="4044986"/>
            <a:ext cx="457200" cy="4572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86" name="Google Shape;686;p10"/>
          <p:cNvSpPr/>
          <p:nvPr/>
        </p:nvSpPr>
        <p:spPr>
          <a:xfrm>
            <a:off x="4548769" y="4044986"/>
            <a:ext cx="457200" cy="4572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87" name="Google Shape;687;p10"/>
          <p:cNvSpPr txBox="1"/>
          <p:nvPr/>
        </p:nvSpPr>
        <p:spPr>
          <a:xfrm>
            <a:off x="3866162" y="5767263"/>
            <a:ext cx="445968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Quest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It is an interactive 2d animation,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Quest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i.e. no 3d scenes, objects etc..</a:t>
            </a:r>
            <a:endParaRPr/>
          </a:p>
        </p:txBody>
      </p:sp>
      <p:sp>
        <p:nvSpPr>
          <p:cNvPr id="688" name="Google Shape;688;p10"/>
          <p:cNvSpPr txBox="1"/>
          <p:nvPr/>
        </p:nvSpPr>
        <p:spPr>
          <a:xfrm>
            <a:off x="3101711" y="3568482"/>
            <a:ext cx="164179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Quest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Only uses...</a:t>
            </a:r>
            <a:endParaRPr/>
          </a:p>
        </p:txBody>
      </p:sp>
      <p:sp>
        <p:nvSpPr>
          <p:cNvPr id="689" name="Google Shape;689;p10"/>
          <p:cNvSpPr txBox="1"/>
          <p:nvPr/>
        </p:nvSpPr>
        <p:spPr>
          <a:xfrm>
            <a:off x="7243902" y="3554561"/>
            <a:ext cx="164179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Quest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Only uses...</a:t>
            </a:r>
            <a:endParaRPr/>
          </a:p>
        </p:txBody>
      </p:sp>
      <p:sp>
        <p:nvSpPr>
          <p:cNvPr id="690" name="Google Shape;690;p10"/>
          <p:cNvSpPr/>
          <p:nvPr/>
        </p:nvSpPr>
        <p:spPr>
          <a:xfrm>
            <a:off x="8694402" y="4057904"/>
            <a:ext cx="457200" cy="45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1" name="Google Shape;691;p10"/>
          <p:cNvSpPr/>
          <p:nvPr/>
        </p:nvSpPr>
        <p:spPr>
          <a:xfrm>
            <a:off x="8237202" y="4057904"/>
            <a:ext cx="4572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2" name="Google Shape;692;p10"/>
          <p:cNvSpPr/>
          <p:nvPr/>
        </p:nvSpPr>
        <p:spPr>
          <a:xfrm>
            <a:off x="7786654" y="4057904"/>
            <a:ext cx="45720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3" name="Google Shape;693;p10"/>
          <p:cNvSpPr/>
          <p:nvPr/>
        </p:nvSpPr>
        <p:spPr>
          <a:xfrm>
            <a:off x="7327606" y="4057904"/>
            <a:ext cx="457200" cy="45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4" name="Google Shape;694;p10"/>
          <p:cNvSpPr/>
          <p:nvPr/>
        </p:nvSpPr>
        <p:spPr>
          <a:xfrm>
            <a:off x="9151602" y="4057904"/>
            <a:ext cx="4572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5" name="Google Shape;695;p10"/>
          <p:cNvSpPr txBox="1"/>
          <p:nvPr/>
        </p:nvSpPr>
        <p:spPr>
          <a:xfrm>
            <a:off x="421069" y="2263654"/>
            <a:ext cx="277460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Quest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It is done in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Quest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TochDesigner and...</a:t>
            </a:r>
            <a:endParaRPr/>
          </a:p>
        </p:txBody>
      </p:sp>
      <p:pic>
        <p:nvPicPr>
          <p:cNvPr id="696" name="Google Shape;69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060" y="4070630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estrial"/>
              <a:buNone/>
            </a:pPr>
            <a:r>
              <a:rPr lang="en-US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Workshop Structure</a:t>
            </a:r>
            <a:endParaRPr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grpSp>
        <p:nvGrpSpPr>
          <p:cNvPr id="702" name="Google Shape;702;p11"/>
          <p:cNvGrpSpPr/>
          <p:nvPr/>
        </p:nvGrpSpPr>
        <p:grpSpPr>
          <a:xfrm>
            <a:off x="1014695" y="2603500"/>
            <a:ext cx="8824913" cy="3416300"/>
            <a:chOff x="0" y="0"/>
            <a:chExt cx="8824913" cy="3416300"/>
          </a:xfrm>
        </p:grpSpPr>
        <p:sp>
          <p:nvSpPr>
            <p:cNvPr id="703" name="Google Shape;703;p11"/>
            <p:cNvSpPr/>
            <p:nvPr/>
          </p:nvSpPr>
          <p:spPr>
            <a:xfrm>
              <a:off x="0" y="1024890"/>
              <a:ext cx="8824913" cy="1366520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CACA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1"/>
            <p:cNvSpPr/>
            <p:nvPr/>
          </p:nvSpPr>
          <p:spPr>
            <a:xfrm>
              <a:off x="3490" y="0"/>
              <a:ext cx="1526046" cy="136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1"/>
            <p:cNvSpPr txBox="1"/>
            <p:nvPr/>
          </p:nvSpPr>
          <p:spPr>
            <a:xfrm>
              <a:off x="3490" y="0"/>
              <a:ext cx="1526046" cy="136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Poppins Light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Intro </a:t>
              </a:r>
              <a:endParaRPr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06" name="Google Shape;706;p11"/>
            <p:cNvSpPr/>
            <p:nvPr/>
          </p:nvSpPr>
          <p:spPr>
            <a:xfrm>
              <a:off x="595698" y="1537335"/>
              <a:ext cx="341630" cy="34163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1"/>
            <p:cNvSpPr/>
            <p:nvPr/>
          </p:nvSpPr>
          <p:spPr>
            <a:xfrm>
              <a:off x="1605838" y="2049780"/>
              <a:ext cx="1526046" cy="136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1"/>
            <p:cNvSpPr txBox="1"/>
            <p:nvPr/>
          </p:nvSpPr>
          <p:spPr>
            <a:xfrm>
              <a:off x="1605838" y="2049780"/>
              <a:ext cx="1526046" cy="136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Poppins Light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Draw things </a:t>
              </a:r>
              <a:endParaRPr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09" name="Google Shape;709;p11"/>
            <p:cNvSpPr/>
            <p:nvPr/>
          </p:nvSpPr>
          <p:spPr>
            <a:xfrm>
              <a:off x="2198047" y="1537335"/>
              <a:ext cx="341630" cy="34163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1"/>
            <p:cNvSpPr/>
            <p:nvPr/>
          </p:nvSpPr>
          <p:spPr>
            <a:xfrm>
              <a:off x="3208187" y="0"/>
              <a:ext cx="1526046" cy="136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1"/>
            <p:cNvSpPr txBox="1"/>
            <p:nvPr/>
          </p:nvSpPr>
          <p:spPr>
            <a:xfrm>
              <a:off x="3208187" y="0"/>
              <a:ext cx="1526046" cy="136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Poppins Light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Make them move</a:t>
              </a:r>
              <a:endParaRPr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12" name="Google Shape;712;p11"/>
            <p:cNvSpPr/>
            <p:nvPr/>
          </p:nvSpPr>
          <p:spPr>
            <a:xfrm>
              <a:off x="3800395" y="1537335"/>
              <a:ext cx="341630" cy="34163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1"/>
            <p:cNvSpPr/>
            <p:nvPr/>
          </p:nvSpPr>
          <p:spPr>
            <a:xfrm>
              <a:off x="4810536" y="2049780"/>
              <a:ext cx="1526046" cy="136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1"/>
            <p:cNvSpPr txBox="1"/>
            <p:nvPr/>
          </p:nvSpPr>
          <p:spPr>
            <a:xfrm>
              <a:off x="4810536" y="2049780"/>
              <a:ext cx="1526046" cy="136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Poppins Light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Add logic to the movement</a:t>
              </a:r>
              <a:endParaRPr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15" name="Google Shape;715;p11"/>
            <p:cNvSpPr/>
            <p:nvPr/>
          </p:nvSpPr>
          <p:spPr>
            <a:xfrm>
              <a:off x="5402744" y="1537335"/>
              <a:ext cx="341630" cy="34163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1"/>
            <p:cNvSpPr/>
            <p:nvPr/>
          </p:nvSpPr>
          <p:spPr>
            <a:xfrm>
              <a:off x="6412885" y="0"/>
              <a:ext cx="1526046" cy="136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1"/>
            <p:cNvSpPr txBox="1"/>
            <p:nvPr/>
          </p:nvSpPr>
          <p:spPr>
            <a:xfrm>
              <a:off x="6412885" y="0"/>
              <a:ext cx="1526046" cy="1366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Poppins Light"/>
                <a:buNone/>
              </a:pPr>
              <a:r>
                <a:rPr b="0" i="0" lang="en-US" sz="1800">
                  <a:solidFill>
                    <a:schemeClr val="lt1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Make them audio reactive</a:t>
              </a:r>
              <a:endParaRPr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18" name="Google Shape;718;p11"/>
            <p:cNvSpPr/>
            <p:nvPr/>
          </p:nvSpPr>
          <p:spPr>
            <a:xfrm>
              <a:off x="7005093" y="1537335"/>
              <a:ext cx="341630" cy="34163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offee with solid fill" id="719" name="Google Shape;7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7783" y="3561193"/>
            <a:ext cx="646058" cy="646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ffee with solid fill" id="720" name="Google Shape;7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8140" y="3561193"/>
            <a:ext cx="646058" cy="646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2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estrial"/>
              <a:buNone/>
            </a:pPr>
            <a:r>
              <a:rPr b="1" lang="en-US" sz="44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Two main principles…</a:t>
            </a:r>
            <a:endParaRPr b="1" sz="44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26" name="Google Shape;726;p12"/>
          <p:cNvSpPr txBox="1"/>
          <p:nvPr/>
        </p:nvSpPr>
        <p:spPr>
          <a:xfrm>
            <a:off x="838200" y="2268339"/>
            <a:ext cx="7467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TouchDesigner is a programming language…</a:t>
            </a:r>
            <a:endParaRPr sz="36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27" name="Google Shape;727;p12"/>
          <p:cNvSpPr txBox="1"/>
          <p:nvPr/>
        </p:nvSpPr>
        <p:spPr>
          <a:xfrm>
            <a:off x="3067050" y="4046319"/>
            <a:ext cx="76581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…It requires a “different” mindset</a:t>
            </a:r>
            <a:endParaRPr sz="36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3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estrial"/>
              <a:buNone/>
            </a:pPr>
            <a:r>
              <a:rPr b="1" lang="en-US" sz="44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In a nutshell…</a:t>
            </a:r>
            <a:endParaRPr b="1" sz="44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733" name="Google Shape;733;p13"/>
          <p:cNvSpPr txBox="1"/>
          <p:nvPr/>
        </p:nvSpPr>
        <p:spPr>
          <a:xfrm>
            <a:off x="1114443" y="2366218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440"/>
              <a:buFont typeface="Noto Sans Symbols"/>
              <a:buChar char="►"/>
            </a:pPr>
            <a:r>
              <a:rPr b="0" i="0" lang="en-US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Node based programming language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ts val="1280"/>
              <a:buFont typeface="Noto Sans Symbols"/>
              <a:buChar char="►"/>
            </a:pPr>
            <a:r>
              <a:rPr b="0" i="0" lang="en-US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Essentially function composition f(g(h(x)))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ts val="1440"/>
              <a:buFont typeface="Noto Sans Symbols"/>
              <a:buChar char="►"/>
            </a:pPr>
            <a:r>
              <a:rPr b="0" i="0" lang="en-US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Very good for making data into visuals (not scientific)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ts val="1440"/>
              <a:buFont typeface="Noto Sans Symbols"/>
              <a:buChar char="►"/>
            </a:pPr>
            <a:r>
              <a:rPr b="0" i="0" lang="en-US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Very good for sensor data and sending it back to devices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ts val="1440"/>
              <a:buFont typeface="Noto Sans Symbols"/>
              <a:buChar char="►"/>
            </a:pPr>
            <a:r>
              <a:rPr b="0" i="0" lang="en-US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Not good at making sound – go to Ableton or Max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ts val="1280"/>
              <a:buFont typeface="Noto Sans Symbols"/>
              <a:buChar char="►"/>
            </a:pPr>
            <a:r>
              <a:rPr b="0" i="0" lang="en-US" sz="16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Good to orchestrate midis though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4"/>
          <p:cNvSpPr txBox="1"/>
          <p:nvPr/>
        </p:nvSpPr>
        <p:spPr>
          <a:xfrm>
            <a:off x="3222585" y="2875002"/>
            <a:ext cx="574683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Let’s Begin!</a:t>
            </a:r>
            <a:endParaRPr b="1" sz="6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6"/>
          <p:cNvSpPr txBox="1"/>
          <p:nvPr>
            <p:ph type="title"/>
          </p:nvPr>
        </p:nvSpPr>
        <p:spPr>
          <a:xfrm>
            <a:off x="6201137" y="1463132"/>
            <a:ext cx="5090228" cy="2119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estrial"/>
              <a:buNone/>
            </a:pPr>
            <a:r>
              <a:rPr lang="en-US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Git repository</a:t>
            </a:r>
            <a:endParaRPr/>
          </a:p>
        </p:txBody>
      </p:sp>
      <p:sp>
        <p:nvSpPr>
          <p:cNvPr id="744" name="Google Shape;744;p16"/>
          <p:cNvSpPr txBox="1"/>
          <p:nvPr>
            <p:ph idx="1" type="body"/>
          </p:nvPr>
        </p:nvSpPr>
        <p:spPr>
          <a:xfrm>
            <a:off x="6314694" y="2788695"/>
            <a:ext cx="5144243" cy="3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https://github.com/Rauleal/TouchDesigner_Bauhaus_workshop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descr="A qr code on a white background&#10;&#10;Description automatically generated" id="745" name="Google Shape;7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045" y="1673203"/>
            <a:ext cx="3960000" cy="39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7"/>
          <p:cNvSpPr txBox="1"/>
          <p:nvPr>
            <p:ph idx="4294967295" type="title"/>
          </p:nvPr>
        </p:nvSpPr>
        <p:spPr>
          <a:xfrm>
            <a:off x="5771658" y="1665878"/>
            <a:ext cx="5429250" cy="19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estrial"/>
              <a:buNone/>
            </a:pPr>
            <a:r>
              <a:rPr b="1" lang="en-US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YouTube channel</a:t>
            </a:r>
            <a:endParaRPr/>
          </a:p>
        </p:txBody>
      </p:sp>
      <p:sp>
        <p:nvSpPr>
          <p:cNvPr id="751" name="Google Shape;751;p17"/>
          <p:cNvSpPr txBox="1"/>
          <p:nvPr>
            <p:ph idx="1" type="body"/>
          </p:nvPr>
        </p:nvSpPr>
        <p:spPr>
          <a:xfrm>
            <a:off x="5771658" y="3765140"/>
            <a:ext cx="5429250" cy="162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CB8CA"/>
              </a:buClr>
              <a:buSzPts val="2800"/>
              <a:buFont typeface="Arial"/>
              <a:buNone/>
            </a:pPr>
            <a:r>
              <a:rPr lang="en-US" sz="2800" cap="none">
                <a:solidFill>
                  <a:srgbClr val="ACB8CA"/>
                </a:solidFill>
                <a:latin typeface="Questrial"/>
                <a:ea typeface="Questrial"/>
                <a:cs typeface="Questrial"/>
                <a:sym typeface="Questrial"/>
              </a:rPr>
              <a:t>HTTPS://WWW.YOUTUBE.COM/WATCH?V=AMGKNHYQ4O0&amp;LIST=PL3ZGSOEHGDIR5X5BIG8E8YN2BQMBQ6IGB</a:t>
            </a:r>
            <a:endParaRPr/>
          </a:p>
        </p:txBody>
      </p:sp>
      <p:pic>
        <p:nvPicPr>
          <p:cNvPr descr="A qr code with black squares&#10;&#10;Description automatically generated" id="752" name="Google Shape;7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000" y="1674000"/>
            <a:ext cx="3960000" cy="39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8"/>
          <p:cNvSpPr txBox="1"/>
          <p:nvPr>
            <p:ph idx="4294967295" type="title"/>
          </p:nvPr>
        </p:nvSpPr>
        <p:spPr>
          <a:xfrm>
            <a:off x="6762750" y="1665288"/>
            <a:ext cx="5429250" cy="2287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estrial"/>
              <a:buNone/>
            </a:pPr>
            <a:r>
              <a:rPr lang="en-US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TouchDesigner </a:t>
            </a:r>
            <a:br>
              <a:rPr lang="en-US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n-US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Documentation</a:t>
            </a:r>
            <a:endParaRPr/>
          </a:p>
        </p:txBody>
      </p:sp>
      <p:sp>
        <p:nvSpPr>
          <p:cNvPr id="758" name="Google Shape;758;p18"/>
          <p:cNvSpPr txBox="1"/>
          <p:nvPr>
            <p:ph idx="1" type="body"/>
          </p:nvPr>
        </p:nvSpPr>
        <p:spPr>
          <a:xfrm>
            <a:off x="6762750" y="3838575"/>
            <a:ext cx="5429250" cy="1354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HTTPS://DOCS.DERIVATIVE.CA/MAIN_PAGE</a:t>
            </a:r>
            <a:endParaRPr/>
          </a:p>
        </p:txBody>
      </p:sp>
      <p:pic>
        <p:nvPicPr>
          <p:cNvPr descr="A qr code on a white background&#10;&#10;Description automatically generated" id="759" name="Google Shape;7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000" y="1674000"/>
            <a:ext cx="3960000" cy="39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qr code on a white background&#10;&#10;Description automatically generated" id="764" name="Google Shape;7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5396" y="2572504"/>
            <a:ext cx="949989" cy="949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qr code on a white background&#10;&#10;Description automatically generated" id="765" name="Google Shape;7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5769" y="2566836"/>
            <a:ext cx="949989" cy="949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qr code on a white background&#10;&#10;Description automatically generated" id="766" name="Google Shape;7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4628" y="2566836"/>
            <a:ext cx="950400" cy="95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qr code on a white background&#10;&#10;Description automatically generated" id="767" name="Google Shape;7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89652" y="4273773"/>
            <a:ext cx="915721" cy="915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qr code with a black and white background&#10;&#10;Description automatically generated" id="768" name="Google Shape;76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1699" y="4262341"/>
            <a:ext cx="950400" cy="95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qr code on a white background&#10;&#10;Description automatically generated" id="769" name="Google Shape;76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05396" y="4280654"/>
            <a:ext cx="950400" cy="95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19"/>
          <p:cNvSpPr txBox="1"/>
          <p:nvPr>
            <p:ph idx="4294967295" type="title"/>
          </p:nvPr>
        </p:nvSpPr>
        <p:spPr>
          <a:xfrm>
            <a:off x="0" y="973138"/>
            <a:ext cx="8824913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estrial"/>
              <a:buNone/>
            </a:pPr>
            <a:r>
              <a:rPr lang="en-US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Interesting Artist/tutorials</a:t>
            </a:r>
            <a:endParaRPr/>
          </a:p>
        </p:txBody>
      </p:sp>
      <p:grpSp>
        <p:nvGrpSpPr>
          <p:cNvPr id="771" name="Google Shape;771;p19"/>
          <p:cNvGrpSpPr/>
          <p:nvPr/>
        </p:nvGrpSpPr>
        <p:grpSpPr>
          <a:xfrm>
            <a:off x="2721756" y="3299469"/>
            <a:ext cx="6851990" cy="2735914"/>
            <a:chOff x="2547256" y="3201749"/>
            <a:chExt cx="6851990" cy="2735914"/>
          </a:xfrm>
        </p:grpSpPr>
        <p:sp>
          <p:nvSpPr>
            <p:cNvPr id="772" name="Google Shape;772;p19"/>
            <p:cNvSpPr/>
            <p:nvPr/>
          </p:nvSpPr>
          <p:spPr>
            <a:xfrm>
              <a:off x="2657828" y="3312226"/>
              <a:ext cx="1253223" cy="774094"/>
            </a:xfrm>
            <a:custGeom>
              <a:rect b="b" l="l" r="r" t="t"/>
              <a:pathLst>
                <a:path extrusionOk="0" h="774094" w="1253223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Questrial"/>
                <a:buNone/>
              </a:pPr>
              <a:r>
                <a:rPr b="0" i="0" lang="en-US" sz="1200">
                  <a:solidFill>
                    <a:schemeClr val="lt1"/>
                  </a:solidFill>
                  <a:latin typeface="Questrial"/>
                  <a:ea typeface="Questrial"/>
                  <a:cs typeface="Questrial"/>
                  <a:sym typeface="Questrial"/>
                </a:rPr>
                <a:t>Elekktronaut</a:t>
              </a:r>
              <a:endParaRPr sz="12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73" name="Google Shape;773;p19"/>
            <p:cNvSpPr/>
            <p:nvPr/>
          </p:nvSpPr>
          <p:spPr>
            <a:xfrm>
              <a:off x="2547256" y="3201749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74" name="Google Shape;774;p19"/>
            <p:cNvSpPr/>
            <p:nvPr/>
          </p:nvSpPr>
          <p:spPr>
            <a:xfrm rot="5400000">
              <a:off x="3729326" y="3201788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75" name="Google Shape;775;p19"/>
            <p:cNvSpPr/>
            <p:nvPr/>
          </p:nvSpPr>
          <p:spPr>
            <a:xfrm rot="-5400000">
              <a:off x="2547217" y="3895934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76" name="Google Shape;776;p19"/>
            <p:cNvSpPr/>
            <p:nvPr/>
          </p:nvSpPr>
          <p:spPr>
            <a:xfrm rot="10800000">
              <a:off x="3729365" y="3895895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77" name="Google Shape;777;p19"/>
            <p:cNvSpPr/>
            <p:nvPr/>
          </p:nvSpPr>
          <p:spPr>
            <a:xfrm>
              <a:off x="5342281" y="3312226"/>
              <a:ext cx="1253223" cy="774094"/>
            </a:xfrm>
            <a:custGeom>
              <a:rect b="b" l="l" r="r" t="t"/>
              <a:pathLst>
                <a:path extrusionOk="0" h="774094" w="1253223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Questrial"/>
                <a:buNone/>
              </a:pPr>
              <a:r>
                <a:rPr b="0" i="0" lang="en-US" sz="1200">
                  <a:solidFill>
                    <a:schemeClr val="lt1"/>
                  </a:solidFill>
                  <a:latin typeface="Questrial"/>
                  <a:ea typeface="Questrial"/>
                  <a:cs typeface="Questrial"/>
                  <a:sym typeface="Questrial"/>
                </a:rPr>
                <a:t>Paketa12</a:t>
              </a:r>
              <a:endParaRPr sz="12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78" name="Google Shape;778;p19"/>
            <p:cNvSpPr/>
            <p:nvPr/>
          </p:nvSpPr>
          <p:spPr>
            <a:xfrm>
              <a:off x="5231709" y="3201749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79" name="Google Shape;779;p19"/>
            <p:cNvSpPr/>
            <p:nvPr/>
          </p:nvSpPr>
          <p:spPr>
            <a:xfrm rot="5400000">
              <a:off x="6413779" y="3201788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80" name="Google Shape;780;p19"/>
            <p:cNvSpPr/>
            <p:nvPr/>
          </p:nvSpPr>
          <p:spPr>
            <a:xfrm rot="-5400000">
              <a:off x="5231670" y="3895934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81" name="Google Shape;781;p19"/>
            <p:cNvSpPr/>
            <p:nvPr/>
          </p:nvSpPr>
          <p:spPr>
            <a:xfrm rot="10800000">
              <a:off x="6413818" y="3895895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82" name="Google Shape;782;p19"/>
            <p:cNvSpPr/>
            <p:nvPr/>
          </p:nvSpPr>
          <p:spPr>
            <a:xfrm>
              <a:off x="8026734" y="3312226"/>
              <a:ext cx="1253223" cy="774094"/>
            </a:xfrm>
            <a:custGeom>
              <a:rect b="b" l="l" r="r" t="t"/>
              <a:pathLst>
                <a:path extrusionOk="0" h="774094" w="1253223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Questrial"/>
                <a:buNone/>
              </a:pPr>
              <a:r>
                <a:rPr b="0" i="0" lang="en-US" sz="1200">
                  <a:solidFill>
                    <a:schemeClr val="lt1"/>
                  </a:solidFill>
                  <a:latin typeface="Questrial"/>
                  <a:ea typeface="Questrial"/>
                  <a:cs typeface="Questrial"/>
                  <a:sym typeface="Questrial"/>
                </a:rPr>
                <a:t>Noto the talking ball</a:t>
              </a:r>
              <a:endParaRPr sz="12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83" name="Google Shape;783;p19"/>
            <p:cNvSpPr/>
            <p:nvPr/>
          </p:nvSpPr>
          <p:spPr>
            <a:xfrm>
              <a:off x="7916162" y="3201749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84" name="Google Shape;784;p19"/>
            <p:cNvSpPr/>
            <p:nvPr/>
          </p:nvSpPr>
          <p:spPr>
            <a:xfrm rot="5400000">
              <a:off x="9098232" y="3201788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85" name="Google Shape;785;p19"/>
            <p:cNvSpPr/>
            <p:nvPr/>
          </p:nvSpPr>
          <p:spPr>
            <a:xfrm rot="-5400000">
              <a:off x="7916123" y="3895934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86" name="Google Shape;786;p19"/>
            <p:cNvSpPr/>
            <p:nvPr/>
          </p:nvSpPr>
          <p:spPr>
            <a:xfrm rot="10800000">
              <a:off x="9098271" y="3895895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87" name="Google Shape;787;p19"/>
            <p:cNvSpPr/>
            <p:nvPr/>
          </p:nvSpPr>
          <p:spPr>
            <a:xfrm>
              <a:off x="2657828" y="5052941"/>
              <a:ext cx="1253223" cy="774094"/>
            </a:xfrm>
            <a:custGeom>
              <a:rect b="b" l="l" r="r" t="t"/>
              <a:pathLst>
                <a:path extrusionOk="0" h="774094" w="1253223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Questrial"/>
                <a:buNone/>
              </a:pPr>
              <a:r>
                <a:rPr b="0" i="0" lang="en-US" sz="1200">
                  <a:solidFill>
                    <a:schemeClr val="lt1"/>
                  </a:solidFill>
                  <a:latin typeface="Questrial"/>
                  <a:ea typeface="Questrial"/>
                  <a:cs typeface="Questrial"/>
                  <a:sym typeface="Questrial"/>
                </a:rPr>
                <a:t>The Interactive Immersive HQ</a:t>
              </a:r>
              <a:endParaRPr sz="12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88" name="Google Shape;788;p19"/>
            <p:cNvSpPr/>
            <p:nvPr/>
          </p:nvSpPr>
          <p:spPr>
            <a:xfrm>
              <a:off x="2547256" y="4942464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89" name="Google Shape;789;p19"/>
            <p:cNvSpPr/>
            <p:nvPr/>
          </p:nvSpPr>
          <p:spPr>
            <a:xfrm rot="5400000">
              <a:off x="3729326" y="4942503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90" name="Google Shape;790;p19"/>
            <p:cNvSpPr/>
            <p:nvPr/>
          </p:nvSpPr>
          <p:spPr>
            <a:xfrm rot="-5400000">
              <a:off x="2547217" y="5636648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91" name="Google Shape;791;p19"/>
            <p:cNvSpPr/>
            <p:nvPr/>
          </p:nvSpPr>
          <p:spPr>
            <a:xfrm rot="10800000">
              <a:off x="3729365" y="5636610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92" name="Google Shape;792;p19"/>
            <p:cNvSpPr/>
            <p:nvPr/>
          </p:nvSpPr>
          <p:spPr>
            <a:xfrm>
              <a:off x="5342281" y="5052941"/>
              <a:ext cx="1253223" cy="774094"/>
            </a:xfrm>
            <a:custGeom>
              <a:rect b="b" l="l" r="r" t="t"/>
              <a:pathLst>
                <a:path extrusionOk="0" h="774094" w="1253223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Questrial"/>
                <a:buNone/>
              </a:pPr>
              <a:r>
                <a:rPr b="0" i="0" lang="en-US" sz="1200">
                  <a:solidFill>
                    <a:schemeClr val="lt1"/>
                  </a:solidFill>
                  <a:latin typeface="Questrial"/>
                  <a:ea typeface="Questrial"/>
                  <a:cs typeface="Questrial"/>
                  <a:sym typeface="Questrial"/>
                </a:rPr>
                <a:t>Derivative fundamentals</a:t>
              </a:r>
              <a:endParaRPr sz="12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93" name="Google Shape;793;p19"/>
            <p:cNvSpPr/>
            <p:nvPr/>
          </p:nvSpPr>
          <p:spPr>
            <a:xfrm>
              <a:off x="5231709" y="4942464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94" name="Google Shape;794;p19"/>
            <p:cNvSpPr/>
            <p:nvPr/>
          </p:nvSpPr>
          <p:spPr>
            <a:xfrm rot="5400000">
              <a:off x="6413779" y="4942503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95" name="Google Shape;795;p19"/>
            <p:cNvSpPr/>
            <p:nvPr/>
          </p:nvSpPr>
          <p:spPr>
            <a:xfrm rot="-5400000">
              <a:off x="5231670" y="5636648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96" name="Google Shape;796;p19"/>
            <p:cNvSpPr/>
            <p:nvPr/>
          </p:nvSpPr>
          <p:spPr>
            <a:xfrm rot="10800000">
              <a:off x="6413818" y="5636610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97" name="Google Shape;797;p19"/>
            <p:cNvSpPr/>
            <p:nvPr/>
          </p:nvSpPr>
          <p:spPr>
            <a:xfrm>
              <a:off x="8026734" y="5052941"/>
              <a:ext cx="1253223" cy="774094"/>
            </a:xfrm>
            <a:custGeom>
              <a:rect b="b" l="l" r="r" t="t"/>
              <a:pathLst>
                <a:path extrusionOk="0" h="774094" w="1253223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Questrial"/>
                <a:buNone/>
              </a:pPr>
              <a:r>
                <a:rPr lang="en-US" sz="1200">
                  <a:solidFill>
                    <a:schemeClr val="lt1"/>
                  </a:solidFill>
                  <a:latin typeface="Questrial"/>
                  <a:ea typeface="Questrial"/>
                  <a:cs typeface="Questrial"/>
                  <a:sym typeface="Questrial"/>
                </a:rPr>
                <a:t>Node Institute</a:t>
              </a:r>
              <a:endParaRPr sz="12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98" name="Google Shape;798;p19"/>
            <p:cNvSpPr/>
            <p:nvPr/>
          </p:nvSpPr>
          <p:spPr>
            <a:xfrm>
              <a:off x="7916162" y="4942464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799" name="Google Shape;799;p19"/>
            <p:cNvSpPr/>
            <p:nvPr/>
          </p:nvSpPr>
          <p:spPr>
            <a:xfrm rot="5400000">
              <a:off x="9098232" y="4942503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800" name="Google Shape;800;p19"/>
            <p:cNvSpPr/>
            <p:nvPr/>
          </p:nvSpPr>
          <p:spPr>
            <a:xfrm rot="-5400000">
              <a:off x="7916123" y="5636648"/>
              <a:ext cx="301053" cy="300975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801" name="Google Shape;801;p19"/>
            <p:cNvSpPr/>
            <p:nvPr/>
          </p:nvSpPr>
          <p:spPr>
            <a:xfrm rot="10800000">
              <a:off x="9098271" y="5636610"/>
              <a:ext cx="300975" cy="301053"/>
            </a:xfrm>
            <a:prstGeom prst="halfFrame">
              <a:avLst>
                <a:gd fmla="val 25770" name="adj1"/>
                <a:gd fmla="val 25770" name="adj2"/>
              </a:avLst>
            </a:prstGeom>
            <a:solidFill>
              <a:schemeClr val="dk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0"/>
          <p:cNvSpPr txBox="1"/>
          <p:nvPr>
            <p:ph idx="1" type="body"/>
          </p:nvPr>
        </p:nvSpPr>
        <p:spPr>
          <a:xfrm>
            <a:off x="1123230" y="2045639"/>
            <a:ext cx="5211763" cy="3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Email_to: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raul.andres.leal@gmail.com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07" name="Google Shape;807;p20"/>
          <p:cNvSpPr txBox="1"/>
          <p:nvPr/>
        </p:nvSpPr>
        <p:spPr>
          <a:xfrm>
            <a:off x="8651325" y="2629694"/>
            <a:ext cx="3095973" cy="250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6"/>
              <a:buFont typeface="Questrial"/>
              <a:buNone/>
            </a:pPr>
            <a:r>
              <a:rPr b="0" i="0" lang="en-US" sz="1026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https://www.instagram.com/raul.andres.leal/</a:t>
            </a:r>
            <a:endParaRPr b="0" i="0" sz="18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descr="A qr code on a white background&#10;&#10;Description automatically generated" id="808" name="Google Shape;8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1325" y="4043352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qr code on a white background&#10;&#10;Description automatically generated" id="809" name="Google Shape;8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1325" y="1036061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20"/>
          <p:cNvSpPr txBox="1"/>
          <p:nvPr/>
        </p:nvSpPr>
        <p:spPr>
          <a:xfrm>
            <a:off x="8725831" y="5642272"/>
            <a:ext cx="1473480" cy="302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26"/>
              <a:buFont typeface="Questrial"/>
              <a:buNone/>
            </a:pPr>
            <a:r>
              <a:rPr b="0" i="0" lang="en-US" sz="1026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https://rauleal.com/</a:t>
            </a:r>
            <a:endParaRPr b="0" i="0" sz="1800" u="none" cap="none" strike="noStrike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1"/>
          <p:cNvSpPr txBox="1"/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umans"/>
              <a:buNone/>
            </a:pPr>
            <a:r>
              <a:rPr lang="en-US">
                <a:solidFill>
                  <a:schemeClr val="lt1"/>
                </a:solidFill>
              </a:rPr>
              <a:t>Coming up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6" name="Google Shape;816;p21"/>
          <p:cNvSpPr txBox="1"/>
          <p:nvPr>
            <p:ph idx="1" type="body"/>
          </p:nvPr>
        </p:nvSpPr>
        <p:spPr>
          <a:xfrm>
            <a:off x="1097079" y="2030553"/>
            <a:ext cx="9482182" cy="390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>
                <a:solidFill>
                  <a:schemeClr val="lt1"/>
                </a:solidFill>
              </a:rPr>
              <a:t>Utrecht CCU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trike="sngStrike">
                <a:solidFill>
                  <a:schemeClr val="lt1"/>
                </a:solidFill>
              </a:rPr>
              <a:t>25</a:t>
            </a:r>
            <a:r>
              <a:rPr baseline="30000" lang="en-US" strike="sngStrike">
                <a:solidFill>
                  <a:schemeClr val="lt1"/>
                </a:solidFill>
              </a:rPr>
              <a:t>th</a:t>
            </a:r>
            <a:r>
              <a:rPr lang="en-US" strike="sngStrike">
                <a:solidFill>
                  <a:schemeClr val="lt1"/>
                </a:solidFill>
              </a:rPr>
              <a:t> April TouchDesigner meetup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>
                <a:solidFill>
                  <a:schemeClr val="lt1"/>
                </a:solidFill>
              </a:rPr>
              <a:t>Berlin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solidFill>
                  <a:schemeClr val="lt1"/>
                </a:solidFill>
              </a:rPr>
              <a:t>22-23 May – European TouchDesigner event- Also online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>
                <a:solidFill>
                  <a:schemeClr val="lt1"/>
                </a:solidFill>
              </a:rPr>
              <a:t>Amsterdam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solidFill>
                  <a:schemeClr val="lt1"/>
                </a:solidFill>
              </a:rPr>
              <a:t>28 May – TouchDesigner meet up (Amaze/y=f(x))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>
                <a:solidFill>
                  <a:schemeClr val="lt1"/>
                </a:solidFill>
              </a:rPr>
              <a:t>Online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solidFill>
                  <a:schemeClr val="lt1"/>
                </a:solidFill>
              </a:rPr>
              <a:t>NODE institute - Summer sessions 2024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2"/>
          <p:cNvSpPr txBox="1"/>
          <p:nvPr/>
        </p:nvSpPr>
        <p:spPr>
          <a:xfrm>
            <a:off x="3048000" y="2767281"/>
            <a:ext cx="60960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0">
                <a:solidFill>
                  <a:schemeClr val="lt1"/>
                </a:solidFill>
                <a:latin typeface="Vollkorn Black"/>
                <a:ea typeface="Vollkorn Black"/>
                <a:cs typeface="Vollkorn Black"/>
                <a:sym typeface="Vollkorn Black"/>
              </a:rPr>
              <a:t>Thanks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PTMON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2019-04-06T05:20:47Z</dcterms:created>
  <dc:creator>5</dc:creator>
</cp:coreProperties>
</file>
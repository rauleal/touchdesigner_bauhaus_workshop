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  <p:sldMasterId id="2147483704" r:id="rId2"/>
  </p:sldMasterIdLst>
  <p:notesMasterIdLst>
    <p:notesMasterId r:id="rId24"/>
  </p:notesMasterIdLst>
  <p:sldIdLst>
    <p:sldId id="258" r:id="rId3"/>
    <p:sldId id="437" r:id="rId4"/>
    <p:sldId id="269" r:id="rId5"/>
    <p:sldId id="432" r:id="rId6"/>
    <p:sldId id="422" r:id="rId7"/>
    <p:sldId id="433" r:id="rId8"/>
    <p:sldId id="430" r:id="rId9"/>
    <p:sldId id="428" r:id="rId10"/>
    <p:sldId id="424" r:id="rId11"/>
    <p:sldId id="434" r:id="rId12"/>
    <p:sldId id="423" r:id="rId13"/>
    <p:sldId id="435" r:id="rId14"/>
    <p:sldId id="436" r:id="rId15"/>
    <p:sldId id="440" r:id="rId16"/>
    <p:sldId id="438" r:id="rId17"/>
    <p:sldId id="259" r:id="rId18"/>
    <p:sldId id="439" r:id="rId19"/>
    <p:sldId id="261" r:id="rId20"/>
    <p:sldId id="260" r:id="rId21"/>
    <p:sldId id="268" r:id="rId22"/>
    <p:sldId id="293" r:id="rId23"/>
  </p:sldIdLst>
  <p:sldSz cx="12192000" cy="6858000"/>
  <p:notesSz cx="6858000" cy="9144000"/>
  <p:embeddedFontLst>
    <p:embeddedFont>
      <p:font typeface="맑은 고딕" panose="020B0503020000020004" pitchFamily="34" charset="-127"/>
      <p:regular r:id="rId25"/>
      <p:bold r:id="rId26"/>
    </p:embeddedFont>
    <p:embeddedFont>
      <p:font typeface="Bauhaus 93" panose="04030905020B02020C02" pitchFamily="82" charset="0"/>
      <p:regular r:id="rId27"/>
    </p:embeddedFont>
    <p:embeddedFont>
      <p:font typeface="ITC Avant Garde Pro Bk" panose="020B0502020202020204" pitchFamily="34" charset="0"/>
      <p:regular r:id="rId28"/>
    </p:embeddedFont>
    <p:embeddedFont>
      <p:font typeface="Vollkorn Black" panose="020B0604020202020204" charset="0"/>
      <p:bold r:id="rId29"/>
      <p:boldItalic r:id="rId30"/>
    </p:embeddedFont>
    <p:embeddedFont>
      <p:font typeface="Wingdings 3" panose="05040102010807070707" pitchFamily="18" charset="2"/>
      <p:regular r:id="rId3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867E6"/>
    <a:srgbClr val="EA2B09"/>
    <a:srgbClr val="F0B001"/>
    <a:srgbClr val="1C2823"/>
    <a:srgbClr val="1AE77D"/>
    <a:srgbClr val="430BA0"/>
    <a:srgbClr val="28A8FF"/>
    <a:srgbClr val="E307E2"/>
    <a:srgbClr val="9F82CD"/>
    <a:srgbClr val="2929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39" autoAdjust="0"/>
    <p:restoredTop sz="94660"/>
  </p:normalViewPr>
  <p:slideViewPr>
    <p:cSldViewPr snapToGrid="0">
      <p:cViewPr varScale="1">
        <p:scale>
          <a:sx n="91" d="100"/>
          <a:sy n="91" d="100"/>
        </p:scale>
        <p:origin x="108" y="4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2.fntdata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1.fntdata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font" Target="fonts/font4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7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9D9228-3843-438D-8093-57A7309C63EA}" type="doc">
      <dgm:prSet loTypeId="urn:microsoft.com/office/officeart/2008/layout/LinedList" loCatId="list" qsTypeId="urn:microsoft.com/office/officeart/2005/8/quickstyle/simple2" qsCatId="simple" csTypeId="urn:microsoft.com/office/officeart/2005/8/colors/accent0_2" csCatId="mainScheme" phldr="1"/>
      <dgm:spPr/>
      <dgm:t>
        <a:bodyPr/>
        <a:lstStyle/>
        <a:p>
          <a:endParaRPr lang="en-NL"/>
        </a:p>
      </dgm:t>
    </dgm:pt>
    <dgm:pt modelId="{9EC32C2A-ECA9-451C-B951-FA67F3E883BC}">
      <dgm:prSet/>
      <dgm:spPr/>
      <dgm:t>
        <a:bodyPr/>
        <a:lstStyle/>
        <a:p>
          <a:r>
            <a:rPr lang="en-US" dirty="0"/>
            <a:t>No 3D</a:t>
          </a:r>
          <a:endParaRPr lang="en-NL" dirty="0"/>
        </a:p>
      </dgm:t>
    </dgm:pt>
    <dgm:pt modelId="{87F9DAE7-4DFC-47FA-AC37-A152B3AA002B}" type="parTrans" cxnId="{7E2CEFCE-A66C-44F0-9F20-B51A0D5F7FEB}">
      <dgm:prSet/>
      <dgm:spPr/>
      <dgm:t>
        <a:bodyPr/>
        <a:lstStyle/>
        <a:p>
          <a:endParaRPr lang="en-NL"/>
        </a:p>
      </dgm:t>
    </dgm:pt>
    <dgm:pt modelId="{A9A08D6F-8631-4F62-BB02-128DE9F771EC}" type="sibTrans" cxnId="{7E2CEFCE-A66C-44F0-9F20-B51A0D5F7FEB}">
      <dgm:prSet/>
      <dgm:spPr/>
      <dgm:t>
        <a:bodyPr/>
        <a:lstStyle/>
        <a:p>
          <a:endParaRPr lang="en-NL"/>
        </a:p>
      </dgm:t>
    </dgm:pt>
    <dgm:pt modelId="{8961CB75-2017-4E68-903D-53E25F939CE1}">
      <dgm:prSet/>
      <dgm:spPr/>
      <dgm:t>
        <a:bodyPr/>
        <a:lstStyle/>
        <a:p>
          <a:r>
            <a:rPr lang="en-US" dirty="0"/>
            <a:t>No Particles</a:t>
          </a:r>
          <a:endParaRPr lang="en-NL" dirty="0"/>
        </a:p>
      </dgm:t>
    </dgm:pt>
    <dgm:pt modelId="{A6E13D4B-F67D-41D8-A994-0C7BE9152BCC}" type="parTrans" cxnId="{0749A699-E27F-49E1-85E8-B9E4150983E0}">
      <dgm:prSet/>
      <dgm:spPr/>
      <dgm:t>
        <a:bodyPr/>
        <a:lstStyle/>
        <a:p>
          <a:endParaRPr lang="en-NL"/>
        </a:p>
      </dgm:t>
    </dgm:pt>
    <dgm:pt modelId="{D9EFEBAE-751E-42DD-B1C9-FE37F7B8D9CE}" type="sibTrans" cxnId="{0749A699-E27F-49E1-85E8-B9E4150983E0}">
      <dgm:prSet/>
      <dgm:spPr/>
      <dgm:t>
        <a:bodyPr/>
        <a:lstStyle/>
        <a:p>
          <a:endParaRPr lang="en-NL"/>
        </a:p>
      </dgm:t>
    </dgm:pt>
    <dgm:pt modelId="{61C188B1-4E12-4547-9E7A-2F4F74F32445}">
      <dgm:prSet/>
      <dgm:spPr/>
      <dgm:t>
        <a:bodyPr/>
        <a:lstStyle/>
        <a:p>
          <a:r>
            <a:rPr lang="en-US" dirty="0"/>
            <a:t>No Kinect</a:t>
          </a:r>
          <a:endParaRPr lang="en-NL" dirty="0"/>
        </a:p>
      </dgm:t>
    </dgm:pt>
    <dgm:pt modelId="{D4EFFB46-C527-4470-9DE0-16BD380517D1}" type="parTrans" cxnId="{E855F39F-F6EE-4064-8564-3EC95C8161CF}">
      <dgm:prSet/>
      <dgm:spPr/>
      <dgm:t>
        <a:bodyPr/>
        <a:lstStyle/>
        <a:p>
          <a:endParaRPr lang="en-NL"/>
        </a:p>
      </dgm:t>
    </dgm:pt>
    <dgm:pt modelId="{F357B728-4D17-4553-8294-FDE6D72D588B}" type="sibTrans" cxnId="{E855F39F-F6EE-4064-8564-3EC95C8161CF}">
      <dgm:prSet/>
      <dgm:spPr/>
      <dgm:t>
        <a:bodyPr/>
        <a:lstStyle/>
        <a:p>
          <a:endParaRPr lang="en-NL"/>
        </a:p>
      </dgm:t>
    </dgm:pt>
    <dgm:pt modelId="{4F58867A-433E-4097-A8BB-0CC70CAB0DE2}" type="pres">
      <dgm:prSet presAssocID="{359D9228-3843-438D-8093-57A7309C63EA}" presName="vert0" presStyleCnt="0">
        <dgm:presLayoutVars>
          <dgm:dir/>
          <dgm:animOne val="branch"/>
          <dgm:animLvl val="lvl"/>
        </dgm:presLayoutVars>
      </dgm:prSet>
      <dgm:spPr/>
    </dgm:pt>
    <dgm:pt modelId="{A5D60405-6D69-4BA9-B0CF-18E1F3482BEB}" type="pres">
      <dgm:prSet presAssocID="{9EC32C2A-ECA9-451C-B951-FA67F3E883BC}" presName="thickLine" presStyleLbl="alignNode1" presStyleIdx="0" presStyleCnt="3"/>
      <dgm:spPr/>
    </dgm:pt>
    <dgm:pt modelId="{DF1FBC26-0286-4CC9-A32C-A899065DFC2B}" type="pres">
      <dgm:prSet presAssocID="{9EC32C2A-ECA9-451C-B951-FA67F3E883BC}" presName="horz1" presStyleCnt="0"/>
      <dgm:spPr/>
    </dgm:pt>
    <dgm:pt modelId="{EFDF447E-73B9-4F26-9360-45951A670C5F}" type="pres">
      <dgm:prSet presAssocID="{9EC32C2A-ECA9-451C-B951-FA67F3E883BC}" presName="tx1" presStyleLbl="revTx" presStyleIdx="0" presStyleCnt="3"/>
      <dgm:spPr/>
    </dgm:pt>
    <dgm:pt modelId="{DBF50D81-F0C4-4D28-98B8-04DE53296473}" type="pres">
      <dgm:prSet presAssocID="{9EC32C2A-ECA9-451C-B951-FA67F3E883BC}" presName="vert1" presStyleCnt="0"/>
      <dgm:spPr/>
    </dgm:pt>
    <dgm:pt modelId="{16B42F4B-6AD5-4805-9227-EE299F26021F}" type="pres">
      <dgm:prSet presAssocID="{8961CB75-2017-4E68-903D-53E25F939CE1}" presName="thickLine" presStyleLbl="alignNode1" presStyleIdx="1" presStyleCnt="3"/>
      <dgm:spPr/>
    </dgm:pt>
    <dgm:pt modelId="{33CCE571-C40A-4647-A776-43AB59C7EB0C}" type="pres">
      <dgm:prSet presAssocID="{8961CB75-2017-4E68-903D-53E25F939CE1}" presName="horz1" presStyleCnt="0"/>
      <dgm:spPr/>
    </dgm:pt>
    <dgm:pt modelId="{129D4F25-5D3E-4D70-BB4A-92A355FB5C3E}" type="pres">
      <dgm:prSet presAssocID="{8961CB75-2017-4E68-903D-53E25F939CE1}" presName="tx1" presStyleLbl="revTx" presStyleIdx="1" presStyleCnt="3"/>
      <dgm:spPr/>
    </dgm:pt>
    <dgm:pt modelId="{D372C3F2-0749-43C6-B410-5B0AC89436E4}" type="pres">
      <dgm:prSet presAssocID="{8961CB75-2017-4E68-903D-53E25F939CE1}" presName="vert1" presStyleCnt="0"/>
      <dgm:spPr/>
    </dgm:pt>
    <dgm:pt modelId="{470A75EC-E1D0-48C5-A09D-19BF09BDDD9D}" type="pres">
      <dgm:prSet presAssocID="{61C188B1-4E12-4547-9E7A-2F4F74F32445}" presName="thickLine" presStyleLbl="alignNode1" presStyleIdx="2" presStyleCnt="3"/>
      <dgm:spPr/>
    </dgm:pt>
    <dgm:pt modelId="{E917D98F-2B36-4AAD-958B-2CCD13538594}" type="pres">
      <dgm:prSet presAssocID="{61C188B1-4E12-4547-9E7A-2F4F74F32445}" presName="horz1" presStyleCnt="0"/>
      <dgm:spPr/>
    </dgm:pt>
    <dgm:pt modelId="{2C48CA30-4BD2-4105-BD5D-14D55618F993}" type="pres">
      <dgm:prSet presAssocID="{61C188B1-4E12-4547-9E7A-2F4F74F32445}" presName="tx1" presStyleLbl="revTx" presStyleIdx="2" presStyleCnt="3"/>
      <dgm:spPr/>
    </dgm:pt>
    <dgm:pt modelId="{06FC4B1C-5125-460F-98A1-F8038F480F18}" type="pres">
      <dgm:prSet presAssocID="{61C188B1-4E12-4547-9E7A-2F4F74F32445}" presName="vert1" presStyleCnt="0"/>
      <dgm:spPr/>
    </dgm:pt>
  </dgm:ptLst>
  <dgm:cxnLst>
    <dgm:cxn modelId="{BEC7600D-B9A7-4AD0-8C63-137EB03B916B}" type="presOf" srcId="{61C188B1-4E12-4547-9E7A-2F4F74F32445}" destId="{2C48CA30-4BD2-4105-BD5D-14D55618F993}" srcOrd="0" destOrd="0" presId="urn:microsoft.com/office/officeart/2008/layout/LinedList"/>
    <dgm:cxn modelId="{2729E725-9124-47D2-BED8-1A5DDA9EA9EA}" type="presOf" srcId="{8961CB75-2017-4E68-903D-53E25F939CE1}" destId="{129D4F25-5D3E-4D70-BB4A-92A355FB5C3E}" srcOrd="0" destOrd="0" presId="urn:microsoft.com/office/officeart/2008/layout/LinedList"/>
    <dgm:cxn modelId="{5DC11472-CE24-4925-915B-A39A8C4A2810}" type="presOf" srcId="{359D9228-3843-438D-8093-57A7309C63EA}" destId="{4F58867A-433E-4097-A8BB-0CC70CAB0DE2}" srcOrd="0" destOrd="0" presId="urn:microsoft.com/office/officeart/2008/layout/LinedList"/>
    <dgm:cxn modelId="{0749A699-E27F-49E1-85E8-B9E4150983E0}" srcId="{359D9228-3843-438D-8093-57A7309C63EA}" destId="{8961CB75-2017-4E68-903D-53E25F939CE1}" srcOrd="1" destOrd="0" parTransId="{A6E13D4B-F67D-41D8-A994-0C7BE9152BCC}" sibTransId="{D9EFEBAE-751E-42DD-B1C9-FE37F7B8D9CE}"/>
    <dgm:cxn modelId="{E855F39F-F6EE-4064-8564-3EC95C8161CF}" srcId="{359D9228-3843-438D-8093-57A7309C63EA}" destId="{61C188B1-4E12-4547-9E7A-2F4F74F32445}" srcOrd="2" destOrd="0" parTransId="{D4EFFB46-C527-4470-9DE0-16BD380517D1}" sibTransId="{F357B728-4D17-4553-8294-FDE6D72D588B}"/>
    <dgm:cxn modelId="{7E2CEFCE-A66C-44F0-9F20-B51A0D5F7FEB}" srcId="{359D9228-3843-438D-8093-57A7309C63EA}" destId="{9EC32C2A-ECA9-451C-B951-FA67F3E883BC}" srcOrd="0" destOrd="0" parTransId="{87F9DAE7-4DFC-47FA-AC37-A152B3AA002B}" sibTransId="{A9A08D6F-8631-4F62-BB02-128DE9F771EC}"/>
    <dgm:cxn modelId="{2D1EC5EA-943C-4F4D-A650-65FBB170E66E}" type="presOf" srcId="{9EC32C2A-ECA9-451C-B951-FA67F3E883BC}" destId="{EFDF447E-73B9-4F26-9360-45951A670C5F}" srcOrd="0" destOrd="0" presId="urn:microsoft.com/office/officeart/2008/layout/LinedList"/>
    <dgm:cxn modelId="{97DE6F3F-F480-4867-BD1A-32782DFD53F9}" type="presParOf" srcId="{4F58867A-433E-4097-A8BB-0CC70CAB0DE2}" destId="{A5D60405-6D69-4BA9-B0CF-18E1F3482BEB}" srcOrd="0" destOrd="0" presId="urn:microsoft.com/office/officeart/2008/layout/LinedList"/>
    <dgm:cxn modelId="{E46A8245-CEBD-4343-9DD7-6FDA29AA441A}" type="presParOf" srcId="{4F58867A-433E-4097-A8BB-0CC70CAB0DE2}" destId="{DF1FBC26-0286-4CC9-A32C-A899065DFC2B}" srcOrd="1" destOrd="0" presId="urn:microsoft.com/office/officeart/2008/layout/LinedList"/>
    <dgm:cxn modelId="{AACF8E52-5E63-44C6-82A1-E6F8B31D4A46}" type="presParOf" srcId="{DF1FBC26-0286-4CC9-A32C-A899065DFC2B}" destId="{EFDF447E-73B9-4F26-9360-45951A670C5F}" srcOrd="0" destOrd="0" presId="urn:microsoft.com/office/officeart/2008/layout/LinedList"/>
    <dgm:cxn modelId="{FAA6A109-01DD-4606-9861-F68ACAAAFF20}" type="presParOf" srcId="{DF1FBC26-0286-4CC9-A32C-A899065DFC2B}" destId="{DBF50D81-F0C4-4D28-98B8-04DE53296473}" srcOrd="1" destOrd="0" presId="urn:microsoft.com/office/officeart/2008/layout/LinedList"/>
    <dgm:cxn modelId="{61B36763-F29F-4CAF-B17A-B32AB5C8B61F}" type="presParOf" srcId="{4F58867A-433E-4097-A8BB-0CC70CAB0DE2}" destId="{16B42F4B-6AD5-4805-9227-EE299F26021F}" srcOrd="2" destOrd="0" presId="urn:microsoft.com/office/officeart/2008/layout/LinedList"/>
    <dgm:cxn modelId="{532FF1F4-4FE6-4165-86DE-418D9EB95526}" type="presParOf" srcId="{4F58867A-433E-4097-A8BB-0CC70CAB0DE2}" destId="{33CCE571-C40A-4647-A776-43AB59C7EB0C}" srcOrd="3" destOrd="0" presId="urn:microsoft.com/office/officeart/2008/layout/LinedList"/>
    <dgm:cxn modelId="{E68B92D7-E1A7-4DB8-AE06-4FA670BEEF9F}" type="presParOf" srcId="{33CCE571-C40A-4647-A776-43AB59C7EB0C}" destId="{129D4F25-5D3E-4D70-BB4A-92A355FB5C3E}" srcOrd="0" destOrd="0" presId="urn:microsoft.com/office/officeart/2008/layout/LinedList"/>
    <dgm:cxn modelId="{6A94FF4F-62CD-4ABC-9BC4-CFCC5AAEE85C}" type="presParOf" srcId="{33CCE571-C40A-4647-A776-43AB59C7EB0C}" destId="{D372C3F2-0749-43C6-B410-5B0AC89436E4}" srcOrd="1" destOrd="0" presId="urn:microsoft.com/office/officeart/2008/layout/LinedList"/>
    <dgm:cxn modelId="{0421FEFA-016B-4A08-9F97-FDAB396574EA}" type="presParOf" srcId="{4F58867A-433E-4097-A8BB-0CC70CAB0DE2}" destId="{470A75EC-E1D0-48C5-A09D-19BF09BDDD9D}" srcOrd="4" destOrd="0" presId="urn:microsoft.com/office/officeart/2008/layout/LinedList"/>
    <dgm:cxn modelId="{6D76C846-B359-4719-A09B-50FF6D258BEA}" type="presParOf" srcId="{4F58867A-433E-4097-A8BB-0CC70CAB0DE2}" destId="{E917D98F-2B36-4AAD-958B-2CCD13538594}" srcOrd="5" destOrd="0" presId="urn:microsoft.com/office/officeart/2008/layout/LinedList"/>
    <dgm:cxn modelId="{38861534-1CBD-4874-B20A-666BC29D2853}" type="presParOf" srcId="{E917D98F-2B36-4AAD-958B-2CCD13538594}" destId="{2C48CA30-4BD2-4105-BD5D-14D55618F993}" srcOrd="0" destOrd="0" presId="urn:microsoft.com/office/officeart/2008/layout/LinedList"/>
    <dgm:cxn modelId="{3113D7BC-CD78-451A-9A0A-D4D61296A07E}" type="presParOf" srcId="{E917D98F-2B36-4AAD-958B-2CCD13538594}" destId="{06FC4B1C-5125-460F-98A1-F8038F480F1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FE51ECF-3BC2-4505-BCAF-00B2E9FCFA55}" type="doc">
      <dgm:prSet loTypeId="urn:microsoft.com/office/officeart/2005/8/layout/hProcess11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NL"/>
        </a:p>
      </dgm:t>
    </dgm:pt>
    <dgm:pt modelId="{AB87ABF9-CCCD-4764-83D2-D684643E5BAF}">
      <dgm:prSet/>
      <dgm:spPr/>
      <dgm:t>
        <a:bodyPr/>
        <a:lstStyle/>
        <a:p>
          <a:r>
            <a:rPr lang="en-US" b="0" i="0">
              <a:solidFill>
                <a:schemeClr val="bg1"/>
              </a:solidFill>
            </a:rPr>
            <a:t>Intro </a:t>
          </a:r>
          <a:endParaRPr lang="en-NL">
            <a:solidFill>
              <a:schemeClr val="bg1"/>
            </a:solidFill>
          </a:endParaRPr>
        </a:p>
      </dgm:t>
    </dgm:pt>
    <dgm:pt modelId="{2A486243-A628-4982-BAA1-3C2BF4F65F53}" type="parTrans" cxnId="{FF786746-5EF9-4934-A328-44ABDA789E1C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653981FD-ECFE-4CB8-A11E-0532193EC522}" type="sibTrans" cxnId="{FF786746-5EF9-4934-A328-44ABDA789E1C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491A0C8F-0293-45F3-875A-B73F7C7DAD5D}">
      <dgm:prSet/>
      <dgm:spPr/>
      <dgm:t>
        <a:bodyPr/>
        <a:lstStyle/>
        <a:p>
          <a:r>
            <a:rPr lang="en-US" b="0" i="0">
              <a:solidFill>
                <a:schemeClr val="bg1"/>
              </a:solidFill>
            </a:rPr>
            <a:t>Draw things </a:t>
          </a:r>
          <a:endParaRPr lang="en-NL">
            <a:solidFill>
              <a:schemeClr val="bg1"/>
            </a:solidFill>
          </a:endParaRPr>
        </a:p>
      </dgm:t>
    </dgm:pt>
    <dgm:pt modelId="{BCC223FC-9A3A-4EAC-ADA7-6728AA2A84F8}" type="parTrans" cxnId="{C92674D9-E0D5-43EB-AE23-117EC83F17D7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C8A34666-0DE1-480E-B70D-EC3CDE00795D}" type="sibTrans" cxnId="{C92674D9-E0D5-43EB-AE23-117EC83F17D7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F5D1FA64-65AF-4E0C-81A2-40AF93BDFEBD}">
      <dgm:prSet/>
      <dgm:spPr/>
      <dgm:t>
        <a:bodyPr/>
        <a:lstStyle/>
        <a:p>
          <a:r>
            <a:rPr lang="en-US" b="0" i="0">
              <a:solidFill>
                <a:schemeClr val="bg1"/>
              </a:solidFill>
            </a:rPr>
            <a:t>Make them move</a:t>
          </a:r>
          <a:endParaRPr lang="en-NL">
            <a:solidFill>
              <a:schemeClr val="bg1"/>
            </a:solidFill>
          </a:endParaRPr>
        </a:p>
      </dgm:t>
    </dgm:pt>
    <dgm:pt modelId="{DDA0D1ED-C329-4F41-BFFC-BF438EF7BAC4}" type="parTrans" cxnId="{350E4DF6-AF15-4D6B-BF26-53CEE7CEAEE7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D591BE06-039D-45D2-81BF-C5FF6658671C}" type="sibTrans" cxnId="{350E4DF6-AF15-4D6B-BF26-53CEE7CEAEE7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96605A79-B567-4C54-9F2B-44B24EC757F0}">
      <dgm:prSet/>
      <dgm:spPr/>
      <dgm:t>
        <a:bodyPr/>
        <a:lstStyle/>
        <a:p>
          <a:r>
            <a:rPr lang="en-US" b="0" i="0">
              <a:solidFill>
                <a:schemeClr val="bg1"/>
              </a:solidFill>
            </a:rPr>
            <a:t>Add logic to the movement</a:t>
          </a:r>
          <a:endParaRPr lang="en-NL">
            <a:solidFill>
              <a:schemeClr val="bg1"/>
            </a:solidFill>
          </a:endParaRPr>
        </a:p>
      </dgm:t>
    </dgm:pt>
    <dgm:pt modelId="{7AC562D1-6B06-4D8A-BBFF-1D229A74A614}" type="parTrans" cxnId="{511E9B1B-95B1-4AE2-A761-A2A9ED5492A6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BE06C3C5-1CAE-492B-B5DC-240DBD926566}" type="sibTrans" cxnId="{511E9B1B-95B1-4AE2-A761-A2A9ED5492A6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3B5E5C6F-9335-442A-8925-4A34DA1035D9}">
      <dgm:prSet/>
      <dgm:spPr/>
      <dgm:t>
        <a:bodyPr/>
        <a:lstStyle/>
        <a:p>
          <a:r>
            <a:rPr lang="en-US" b="0" i="0">
              <a:solidFill>
                <a:schemeClr val="bg1"/>
              </a:solidFill>
            </a:rPr>
            <a:t>Make them audio reactive</a:t>
          </a:r>
          <a:endParaRPr lang="en-NL">
            <a:solidFill>
              <a:schemeClr val="bg1"/>
            </a:solidFill>
          </a:endParaRPr>
        </a:p>
      </dgm:t>
    </dgm:pt>
    <dgm:pt modelId="{DA436CC7-A061-4179-8DB5-167D9738DB9A}" type="parTrans" cxnId="{12D7941D-0870-4472-8AD3-8BECDD8AED2A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095D51FE-5E2C-4595-8FC9-538916304D9A}" type="sibTrans" cxnId="{12D7941D-0870-4472-8AD3-8BECDD8AED2A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B60CA115-314E-49E5-AA23-D48A96127CF6}" type="pres">
      <dgm:prSet presAssocID="{CFE51ECF-3BC2-4505-BCAF-00B2E9FCFA55}" presName="Name0" presStyleCnt="0">
        <dgm:presLayoutVars>
          <dgm:dir/>
          <dgm:resizeHandles val="exact"/>
        </dgm:presLayoutVars>
      </dgm:prSet>
      <dgm:spPr/>
    </dgm:pt>
    <dgm:pt modelId="{FE067F72-045E-4CF0-AE14-9C7CEA12510A}" type="pres">
      <dgm:prSet presAssocID="{CFE51ECF-3BC2-4505-BCAF-00B2E9FCFA55}" presName="arrow" presStyleLbl="bgShp" presStyleIdx="0" presStyleCnt="1" custLinFactNeighborX="67"/>
      <dgm:spPr/>
    </dgm:pt>
    <dgm:pt modelId="{D1D2845F-99C1-4322-96D0-21CA2E9CC26E}" type="pres">
      <dgm:prSet presAssocID="{CFE51ECF-3BC2-4505-BCAF-00B2E9FCFA55}" presName="points" presStyleCnt="0"/>
      <dgm:spPr/>
    </dgm:pt>
    <dgm:pt modelId="{6CB7496D-6592-4942-893F-423514847AC2}" type="pres">
      <dgm:prSet presAssocID="{AB87ABF9-CCCD-4764-83D2-D684643E5BAF}" presName="compositeA" presStyleCnt="0"/>
      <dgm:spPr/>
    </dgm:pt>
    <dgm:pt modelId="{8BCE1236-BA01-402A-9EB7-E0BA8134908F}" type="pres">
      <dgm:prSet presAssocID="{AB87ABF9-CCCD-4764-83D2-D684643E5BAF}" presName="textA" presStyleLbl="revTx" presStyleIdx="0" presStyleCnt="5">
        <dgm:presLayoutVars>
          <dgm:bulletEnabled val="1"/>
        </dgm:presLayoutVars>
      </dgm:prSet>
      <dgm:spPr/>
    </dgm:pt>
    <dgm:pt modelId="{730FC698-D42A-4534-AF64-A0B807E5033A}" type="pres">
      <dgm:prSet presAssocID="{AB87ABF9-CCCD-4764-83D2-D684643E5BAF}" presName="circleA" presStyleLbl="node1" presStyleIdx="0" presStyleCnt="5"/>
      <dgm:spPr/>
    </dgm:pt>
    <dgm:pt modelId="{4726C026-3686-45E7-A158-B114059E8F6B}" type="pres">
      <dgm:prSet presAssocID="{AB87ABF9-CCCD-4764-83D2-D684643E5BAF}" presName="spaceA" presStyleCnt="0"/>
      <dgm:spPr/>
    </dgm:pt>
    <dgm:pt modelId="{6BBDDF11-32E4-4B32-AC99-D715C5993832}" type="pres">
      <dgm:prSet presAssocID="{653981FD-ECFE-4CB8-A11E-0532193EC522}" presName="space" presStyleCnt="0"/>
      <dgm:spPr/>
    </dgm:pt>
    <dgm:pt modelId="{6DFAE8EE-4B9D-4447-B9BF-17AE2B685A04}" type="pres">
      <dgm:prSet presAssocID="{491A0C8F-0293-45F3-875A-B73F7C7DAD5D}" presName="compositeB" presStyleCnt="0"/>
      <dgm:spPr/>
    </dgm:pt>
    <dgm:pt modelId="{A0E9D31E-CDE2-4CD2-A5AB-E41BCF6A85F5}" type="pres">
      <dgm:prSet presAssocID="{491A0C8F-0293-45F3-875A-B73F7C7DAD5D}" presName="textB" presStyleLbl="revTx" presStyleIdx="1" presStyleCnt="5">
        <dgm:presLayoutVars>
          <dgm:bulletEnabled val="1"/>
        </dgm:presLayoutVars>
      </dgm:prSet>
      <dgm:spPr/>
    </dgm:pt>
    <dgm:pt modelId="{FAD29BD9-F121-47A6-BF6C-4A802A7CE9A7}" type="pres">
      <dgm:prSet presAssocID="{491A0C8F-0293-45F3-875A-B73F7C7DAD5D}" presName="circleB" presStyleLbl="node1" presStyleIdx="1" presStyleCnt="5"/>
      <dgm:spPr/>
    </dgm:pt>
    <dgm:pt modelId="{B062EF56-F361-453E-9698-2FE69543F339}" type="pres">
      <dgm:prSet presAssocID="{491A0C8F-0293-45F3-875A-B73F7C7DAD5D}" presName="spaceB" presStyleCnt="0"/>
      <dgm:spPr/>
    </dgm:pt>
    <dgm:pt modelId="{6814D4E4-460B-4898-BB40-6D14B099CB1D}" type="pres">
      <dgm:prSet presAssocID="{C8A34666-0DE1-480E-B70D-EC3CDE00795D}" presName="space" presStyleCnt="0"/>
      <dgm:spPr/>
    </dgm:pt>
    <dgm:pt modelId="{738FA416-7582-4BD6-9D07-E98203BEA470}" type="pres">
      <dgm:prSet presAssocID="{F5D1FA64-65AF-4E0C-81A2-40AF93BDFEBD}" presName="compositeA" presStyleCnt="0"/>
      <dgm:spPr/>
    </dgm:pt>
    <dgm:pt modelId="{EE46D11B-5060-42A9-9CE0-772FA52584BA}" type="pres">
      <dgm:prSet presAssocID="{F5D1FA64-65AF-4E0C-81A2-40AF93BDFEBD}" presName="textA" presStyleLbl="revTx" presStyleIdx="2" presStyleCnt="5">
        <dgm:presLayoutVars>
          <dgm:bulletEnabled val="1"/>
        </dgm:presLayoutVars>
      </dgm:prSet>
      <dgm:spPr/>
    </dgm:pt>
    <dgm:pt modelId="{F8C0AFF2-BBAD-45D3-A87B-5C2D7FEF33BB}" type="pres">
      <dgm:prSet presAssocID="{F5D1FA64-65AF-4E0C-81A2-40AF93BDFEBD}" presName="circleA" presStyleLbl="node1" presStyleIdx="2" presStyleCnt="5"/>
      <dgm:spPr/>
    </dgm:pt>
    <dgm:pt modelId="{325810BF-4AAC-4FCD-8B41-D335C4B7BF1D}" type="pres">
      <dgm:prSet presAssocID="{F5D1FA64-65AF-4E0C-81A2-40AF93BDFEBD}" presName="spaceA" presStyleCnt="0"/>
      <dgm:spPr/>
    </dgm:pt>
    <dgm:pt modelId="{E69444FF-37C5-4F1C-9390-1D2B3E3E7236}" type="pres">
      <dgm:prSet presAssocID="{D591BE06-039D-45D2-81BF-C5FF6658671C}" presName="space" presStyleCnt="0"/>
      <dgm:spPr/>
    </dgm:pt>
    <dgm:pt modelId="{C9E4BFB7-C25A-49AB-B691-0233D7851269}" type="pres">
      <dgm:prSet presAssocID="{96605A79-B567-4C54-9F2B-44B24EC757F0}" presName="compositeB" presStyleCnt="0"/>
      <dgm:spPr/>
    </dgm:pt>
    <dgm:pt modelId="{A1E9BEA5-F068-464F-B0EF-9C64547E9C50}" type="pres">
      <dgm:prSet presAssocID="{96605A79-B567-4C54-9F2B-44B24EC757F0}" presName="textB" presStyleLbl="revTx" presStyleIdx="3" presStyleCnt="5">
        <dgm:presLayoutVars>
          <dgm:bulletEnabled val="1"/>
        </dgm:presLayoutVars>
      </dgm:prSet>
      <dgm:spPr/>
    </dgm:pt>
    <dgm:pt modelId="{D14BA5EC-7074-4456-9698-1CC9EAB128F2}" type="pres">
      <dgm:prSet presAssocID="{96605A79-B567-4C54-9F2B-44B24EC757F0}" presName="circleB" presStyleLbl="node1" presStyleIdx="3" presStyleCnt="5"/>
      <dgm:spPr/>
    </dgm:pt>
    <dgm:pt modelId="{C0CA67EF-1FD5-4D53-A28D-5B4DA6D93EE9}" type="pres">
      <dgm:prSet presAssocID="{96605A79-B567-4C54-9F2B-44B24EC757F0}" presName="spaceB" presStyleCnt="0"/>
      <dgm:spPr/>
    </dgm:pt>
    <dgm:pt modelId="{C9619FA1-4D66-41DD-B7B8-4FB8FE73BB53}" type="pres">
      <dgm:prSet presAssocID="{BE06C3C5-1CAE-492B-B5DC-240DBD926566}" presName="space" presStyleCnt="0"/>
      <dgm:spPr/>
    </dgm:pt>
    <dgm:pt modelId="{8C915019-DE2B-4304-BD19-F139A43C7641}" type="pres">
      <dgm:prSet presAssocID="{3B5E5C6F-9335-442A-8925-4A34DA1035D9}" presName="compositeA" presStyleCnt="0"/>
      <dgm:spPr/>
    </dgm:pt>
    <dgm:pt modelId="{AF332365-1F7A-4035-B3D6-6F96DFAE59DD}" type="pres">
      <dgm:prSet presAssocID="{3B5E5C6F-9335-442A-8925-4A34DA1035D9}" presName="textA" presStyleLbl="revTx" presStyleIdx="4" presStyleCnt="5">
        <dgm:presLayoutVars>
          <dgm:bulletEnabled val="1"/>
        </dgm:presLayoutVars>
      </dgm:prSet>
      <dgm:spPr/>
    </dgm:pt>
    <dgm:pt modelId="{F28BF1B5-98BD-4F73-9585-3BE8696353D2}" type="pres">
      <dgm:prSet presAssocID="{3B5E5C6F-9335-442A-8925-4A34DA1035D9}" presName="circleA" presStyleLbl="node1" presStyleIdx="4" presStyleCnt="5"/>
      <dgm:spPr/>
    </dgm:pt>
    <dgm:pt modelId="{37F97B50-6231-4750-AEF2-045EA20C9337}" type="pres">
      <dgm:prSet presAssocID="{3B5E5C6F-9335-442A-8925-4A34DA1035D9}" presName="spaceA" presStyleCnt="0"/>
      <dgm:spPr/>
    </dgm:pt>
  </dgm:ptLst>
  <dgm:cxnLst>
    <dgm:cxn modelId="{D27C3917-352B-4B16-B66D-31D6A6F151CE}" type="presOf" srcId="{3B5E5C6F-9335-442A-8925-4A34DA1035D9}" destId="{AF332365-1F7A-4035-B3D6-6F96DFAE59DD}" srcOrd="0" destOrd="0" presId="urn:microsoft.com/office/officeart/2005/8/layout/hProcess11"/>
    <dgm:cxn modelId="{511E9B1B-95B1-4AE2-A761-A2A9ED5492A6}" srcId="{CFE51ECF-3BC2-4505-BCAF-00B2E9FCFA55}" destId="{96605A79-B567-4C54-9F2B-44B24EC757F0}" srcOrd="3" destOrd="0" parTransId="{7AC562D1-6B06-4D8A-BBFF-1D229A74A614}" sibTransId="{BE06C3C5-1CAE-492B-B5DC-240DBD926566}"/>
    <dgm:cxn modelId="{12D7941D-0870-4472-8AD3-8BECDD8AED2A}" srcId="{CFE51ECF-3BC2-4505-BCAF-00B2E9FCFA55}" destId="{3B5E5C6F-9335-442A-8925-4A34DA1035D9}" srcOrd="4" destOrd="0" parTransId="{DA436CC7-A061-4179-8DB5-167D9738DB9A}" sibTransId="{095D51FE-5E2C-4595-8FC9-538916304D9A}"/>
    <dgm:cxn modelId="{3D2F4463-6F1C-4BE0-A250-50EE91FC5553}" type="presOf" srcId="{F5D1FA64-65AF-4E0C-81A2-40AF93BDFEBD}" destId="{EE46D11B-5060-42A9-9CE0-772FA52584BA}" srcOrd="0" destOrd="0" presId="urn:microsoft.com/office/officeart/2005/8/layout/hProcess11"/>
    <dgm:cxn modelId="{FF786746-5EF9-4934-A328-44ABDA789E1C}" srcId="{CFE51ECF-3BC2-4505-BCAF-00B2E9FCFA55}" destId="{AB87ABF9-CCCD-4764-83D2-D684643E5BAF}" srcOrd="0" destOrd="0" parTransId="{2A486243-A628-4982-BAA1-3C2BF4F65F53}" sibTransId="{653981FD-ECFE-4CB8-A11E-0532193EC522}"/>
    <dgm:cxn modelId="{A3B99C66-4034-4F3B-B49D-020B7056096D}" type="presOf" srcId="{AB87ABF9-CCCD-4764-83D2-D684643E5BAF}" destId="{8BCE1236-BA01-402A-9EB7-E0BA8134908F}" srcOrd="0" destOrd="0" presId="urn:microsoft.com/office/officeart/2005/8/layout/hProcess11"/>
    <dgm:cxn modelId="{28C5F055-87D9-4C97-B50F-7D6E1BC91A5C}" type="presOf" srcId="{CFE51ECF-3BC2-4505-BCAF-00B2E9FCFA55}" destId="{B60CA115-314E-49E5-AA23-D48A96127CF6}" srcOrd="0" destOrd="0" presId="urn:microsoft.com/office/officeart/2005/8/layout/hProcess11"/>
    <dgm:cxn modelId="{B17E9597-A3F4-457A-8FFB-DBF289098053}" type="presOf" srcId="{491A0C8F-0293-45F3-875A-B73F7C7DAD5D}" destId="{A0E9D31E-CDE2-4CD2-A5AB-E41BCF6A85F5}" srcOrd="0" destOrd="0" presId="urn:microsoft.com/office/officeart/2005/8/layout/hProcess11"/>
    <dgm:cxn modelId="{934130C3-378F-4A38-9AA8-82A4B064638B}" type="presOf" srcId="{96605A79-B567-4C54-9F2B-44B24EC757F0}" destId="{A1E9BEA5-F068-464F-B0EF-9C64547E9C50}" srcOrd="0" destOrd="0" presId="urn:microsoft.com/office/officeart/2005/8/layout/hProcess11"/>
    <dgm:cxn modelId="{C92674D9-E0D5-43EB-AE23-117EC83F17D7}" srcId="{CFE51ECF-3BC2-4505-BCAF-00B2E9FCFA55}" destId="{491A0C8F-0293-45F3-875A-B73F7C7DAD5D}" srcOrd="1" destOrd="0" parTransId="{BCC223FC-9A3A-4EAC-ADA7-6728AA2A84F8}" sibTransId="{C8A34666-0DE1-480E-B70D-EC3CDE00795D}"/>
    <dgm:cxn modelId="{350E4DF6-AF15-4D6B-BF26-53CEE7CEAEE7}" srcId="{CFE51ECF-3BC2-4505-BCAF-00B2E9FCFA55}" destId="{F5D1FA64-65AF-4E0C-81A2-40AF93BDFEBD}" srcOrd="2" destOrd="0" parTransId="{DDA0D1ED-C329-4F41-BFFC-BF438EF7BAC4}" sibTransId="{D591BE06-039D-45D2-81BF-C5FF6658671C}"/>
    <dgm:cxn modelId="{C3F4B322-1177-41D2-BD86-9BDC561EAEE8}" type="presParOf" srcId="{B60CA115-314E-49E5-AA23-D48A96127CF6}" destId="{FE067F72-045E-4CF0-AE14-9C7CEA12510A}" srcOrd="0" destOrd="0" presId="urn:microsoft.com/office/officeart/2005/8/layout/hProcess11"/>
    <dgm:cxn modelId="{E8A032B0-C654-4F02-9D3C-AAC26DEA5C75}" type="presParOf" srcId="{B60CA115-314E-49E5-AA23-D48A96127CF6}" destId="{D1D2845F-99C1-4322-96D0-21CA2E9CC26E}" srcOrd="1" destOrd="0" presId="urn:microsoft.com/office/officeart/2005/8/layout/hProcess11"/>
    <dgm:cxn modelId="{C4A68111-53CA-4120-95B2-4DCADD9D1CD9}" type="presParOf" srcId="{D1D2845F-99C1-4322-96D0-21CA2E9CC26E}" destId="{6CB7496D-6592-4942-893F-423514847AC2}" srcOrd="0" destOrd="0" presId="urn:microsoft.com/office/officeart/2005/8/layout/hProcess11"/>
    <dgm:cxn modelId="{99D413BF-69FB-4078-B9B4-A12BED146AD0}" type="presParOf" srcId="{6CB7496D-6592-4942-893F-423514847AC2}" destId="{8BCE1236-BA01-402A-9EB7-E0BA8134908F}" srcOrd="0" destOrd="0" presId="urn:microsoft.com/office/officeart/2005/8/layout/hProcess11"/>
    <dgm:cxn modelId="{444EDCAE-6E01-431B-BD4D-5759CB2435D9}" type="presParOf" srcId="{6CB7496D-6592-4942-893F-423514847AC2}" destId="{730FC698-D42A-4534-AF64-A0B807E5033A}" srcOrd="1" destOrd="0" presId="urn:microsoft.com/office/officeart/2005/8/layout/hProcess11"/>
    <dgm:cxn modelId="{5611F2C2-E4C6-4B41-9366-BBD3EEAC1D89}" type="presParOf" srcId="{6CB7496D-6592-4942-893F-423514847AC2}" destId="{4726C026-3686-45E7-A158-B114059E8F6B}" srcOrd="2" destOrd="0" presId="urn:microsoft.com/office/officeart/2005/8/layout/hProcess11"/>
    <dgm:cxn modelId="{031D8D73-95A6-454A-B9E0-4CEC082EFCC4}" type="presParOf" srcId="{D1D2845F-99C1-4322-96D0-21CA2E9CC26E}" destId="{6BBDDF11-32E4-4B32-AC99-D715C5993832}" srcOrd="1" destOrd="0" presId="urn:microsoft.com/office/officeart/2005/8/layout/hProcess11"/>
    <dgm:cxn modelId="{A5C88D3C-ABC9-4FD6-9702-CBF327B99134}" type="presParOf" srcId="{D1D2845F-99C1-4322-96D0-21CA2E9CC26E}" destId="{6DFAE8EE-4B9D-4447-B9BF-17AE2B685A04}" srcOrd="2" destOrd="0" presId="urn:microsoft.com/office/officeart/2005/8/layout/hProcess11"/>
    <dgm:cxn modelId="{B57EB1A8-05EC-4208-8B14-4BBCC64756EF}" type="presParOf" srcId="{6DFAE8EE-4B9D-4447-B9BF-17AE2B685A04}" destId="{A0E9D31E-CDE2-4CD2-A5AB-E41BCF6A85F5}" srcOrd="0" destOrd="0" presId="urn:microsoft.com/office/officeart/2005/8/layout/hProcess11"/>
    <dgm:cxn modelId="{1FB46090-D477-409B-9BF9-AD34EDB93264}" type="presParOf" srcId="{6DFAE8EE-4B9D-4447-B9BF-17AE2B685A04}" destId="{FAD29BD9-F121-47A6-BF6C-4A802A7CE9A7}" srcOrd="1" destOrd="0" presId="urn:microsoft.com/office/officeart/2005/8/layout/hProcess11"/>
    <dgm:cxn modelId="{E6C37E33-930E-4168-B503-8CF22411DEF1}" type="presParOf" srcId="{6DFAE8EE-4B9D-4447-B9BF-17AE2B685A04}" destId="{B062EF56-F361-453E-9698-2FE69543F339}" srcOrd="2" destOrd="0" presId="urn:microsoft.com/office/officeart/2005/8/layout/hProcess11"/>
    <dgm:cxn modelId="{5DA0C486-7BB6-4594-B2F9-2477D0DCE9BF}" type="presParOf" srcId="{D1D2845F-99C1-4322-96D0-21CA2E9CC26E}" destId="{6814D4E4-460B-4898-BB40-6D14B099CB1D}" srcOrd="3" destOrd="0" presId="urn:microsoft.com/office/officeart/2005/8/layout/hProcess11"/>
    <dgm:cxn modelId="{826308CE-F833-4501-A3A6-8A7FFA05CD55}" type="presParOf" srcId="{D1D2845F-99C1-4322-96D0-21CA2E9CC26E}" destId="{738FA416-7582-4BD6-9D07-E98203BEA470}" srcOrd="4" destOrd="0" presId="urn:microsoft.com/office/officeart/2005/8/layout/hProcess11"/>
    <dgm:cxn modelId="{B3F860B0-E89A-4C94-91C7-E9B08F8C280E}" type="presParOf" srcId="{738FA416-7582-4BD6-9D07-E98203BEA470}" destId="{EE46D11B-5060-42A9-9CE0-772FA52584BA}" srcOrd="0" destOrd="0" presId="urn:microsoft.com/office/officeart/2005/8/layout/hProcess11"/>
    <dgm:cxn modelId="{F0DD87BE-369F-4974-967B-8D548FD427CE}" type="presParOf" srcId="{738FA416-7582-4BD6-9D07-E98203BEA470}" destId="{F8C0AFF2-BBAD-45D3-A87B-5C2D7FEF33BB}" srcOrd="1" destOrd="0" presId="urn:microsoft.com/office/officeart/2005/8/layout/hProcess11"/>
    <dgm:cxn modelId="{5BA1DC8A-8B51-4B66-A631-22A66F1C98E0}" type="presParOf" srcId="{738FA416-7582-4BD6-9D07-E98203BEA470}" destId="{325810BF-4AAC-4FCD-8B41-D335C4B7BF1D}" srcOrd="2" destOrd="0" presId="urn:microsoft.com/office/officeart/2005/8/layout/hProcess11"/>
    <dgm:cxn modelId="{2D9089B2-9102-495C-8900-7E987192DA68}" type="presParOf" srcId="{D1D2845F-99C1-4322-96D0-21CA2E9CC26E}" destId="{E69444FF-37C5-4F1C-9390-1D2B3E3E7236}" srcOrd="5" destOrd="0" presId="urn:microsoft.com/office/officeart/2005/8/layout/hProcess11"/>
    <dgm:cxn modelId="{936B70AA-762A-443A-9D88-B28830784433}" type="presParOf" srcId="{D1D2845F-99C1-4322-96D0-21CA2E9CC26E}" destId="{C9E4BFB7-C25A-49AB-B691-0233D7851269}" srcOrd="6" destOrd="0" presId="urn:microsoft.com/office/officeart/2005/8/layout/hProcess11"/>
    <dgm:cxn modelId="{6EE1D8E5-C056-443B-931B-C09D7E5C2070}" type="presParOf" srcId="{C9E4BFB7-C25A-49AB-B691-0233D7851269}" destId="{A1E9BEA5-F068-464F-B0EF-9C64547E9C50}" srcOrd="0" destOrd="0" presId="urn:microsoft.com/office/officeart/2005/8/layout/hProcess11"/>
    <dgm:cxn modelId="{92FD058A-9196-41C1-9167-45C77B0C9C66}" type="presParOf" srcId="{C9E4BFB7-C25A-49AB-B691-0233D7851269}" destId="{D14BA5EC-7074-4456-9698-1CC9EAB128F2}" srcOrd="1" destOrd="0" presId="urn:microsoft.com/office/officeart/2005/8/layout/hProcess11"/>
    <dgm:cxn modelId="{7C435DB8-8C15-42E3-BB7E-D26754EA68E0}" type="presParOf" srcId="{C9E4BFB7-C25A-49AB-B691-0233D7851269}" destId="{C0CA67EF-1FD5-4D53-A28D-5B4DA6D93EE9}" srcOrd="2" destOrd="0" presId="urn:microsoft.com/office/officeart/2005/8/layout/hProcess11"/>
    <dgm:cxn modelId="{04AEE10A-3590-4898-87BC-EB010026C598}" type="presParOf" srcId="{D1D2845F-99C1-4322-96D0-21CA2E9CC26E}" destId="{C9619FA1-4D66-41DD-B7B8-4FB8FE73BB53}" srcOrd="7" destOrd="0" presId="urn:microsoft.com/office/officeart/2005/8/layout/hProcess11"/>
    <dgm:cxn modelId="{606FAB2C-4FEC-4D29-AEC0-159E45AB8860}" type="presParOf" srcId="{D1D2845F-99C1-4322-96D0-21CA2E9CC26E}" destId="{8C915019-DE2B-4304-BD19-F139A43C7641}" srcOrd="8" destOrd="0" presId="urn:microsoft.com/office/officeart/2005/8/layout/hProcess11"/>
    <dgm:cxn modelId="{59802BBA-BCF1-4E3F-A85A-A4A69DA5CE1B}" type="presParOf" srcId="{8C915019-DE2B-4304-BD19-F139A43C7641}" destId="{AF332365-1F7A-4035-B3D6-6F96DFAE59DD}" srcOrd="0" destOrd="0" presId="urn:microsoft.com/office/officeart/2005/8/layout/hProcess11"/>
    <dgm:cxn modelId="{21D1CBC1-600A-49A1-B7B6-7399720FBB67}" type="presParOf" srcId="{8C915019-DE2B-4304-BD19-F139A43C7641}" destId="{F28BF1B5-98BD-4F73-9585-3BE8696353D2}" srcOrd="1" destOrd="0" presId="urn:microsoft.com/office/officeart/2005/8/layout/hProcess11"/>
    <dgm:cxn modelId="{DD10D1C9-1D23-4799-86F0-BD46BE0E15FD}" type="presParOf" srcId="{8C915019-DE2B-4304-BD19-F139A43C7641}" destId="{37F97B50-6231-4750-AEF2-045EA20C9337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D60405-6D69-4BA9-B0CF-18E1F3482BEB}">
      <dsp:nvSpPr>
        <dsp:cNvPr id="0" name=""/>
        <dsp:cNvSpPr/>
      </dsp:nvSpPr>
      <dsp:spPr>
        <a:xfrm>
          <a:off x="0" y="2468"/>
          <a:ext cx="6253721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EFDF447E-73B9-4F26-9360-45951A670C5F}">
      <dsp:nvSpPr>
        <dsp:cNvPr id="0" name=""/>
        <dsp:cNvSpPr/>
      </dsp:nvSpPr>
      <dsp:spPr>
        <a:xfrm>
          <a:off x="0" y="2468"/>
          <a:ext cx="6253721" cy="16837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No 3D</a:t>
          </a:r>
          <a:endParaRPr lang="en-NL" sz="6500" kern="1200" dirty="0"/>
        </a:p>
      </dsp:txBody>
      <dsp:txXfrm>
        <a:off x="0" y="2468"/>
        <a:ext cx="6253721" cy="1683744"/>
      </dsp:txXfrm>
    </dsp:sp>
    <dsp:sp modelId="{16B42F4B-6AD5-4805-9227-EE299F26021F}">
      <dsp:nvSpPr>
        <dsp:cNvPr id="0" name=""/>
        <dsp:cNvSpPr/>
      </dsp:nvSpPr>
      <dsp:spPr>
        <a:xfrm>
          <a:off x="0" y="1686212"/>
          <a:ext cx="6253721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129D4F25-5D3E-4D70-BB4A-92A355FB5C3E}">
      <dsp:nvSpPr>
        <dsp:cNvPr id="0" name=""/>
        <dsp:cNvSpPr/>
      </dsp:nvSpPr>
      <dsp:spPr>
        <a:xfrm>
          <a:off x="0" y="1686212"/>
          <a:ext cx="6253721" cy="16837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No Particles</a:t>
          </a:r>
          <a:endParaRPr lang="en-NL" sz="6500" kern="1200" dirty="0"/>
        </a:p>
      </dsp:txBody>
      <dsp:txXfrm>
        <a:off x="0" y="1686212"/>
        <a:ext cx="6253721" cy="1683744"/>
      </dsp:txXfrm>
    </dsp:sp>
    <dsp:sp modelId="{470A75EC-E1D0-48C5-A09D-19BF09BDDD9D}">
      <dsp:nvSpPr>
        <dsp:cNvPr id="0" name=""/>
        <dsp:cNvSpPr/>
      </dsp:nvSpPr>
      <dsp:spPr>
        <a:xfrm>
          <a:off x="0" y="3369957"/>
          <a:ext cx="6253721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2C48CA30-4BD2-4105-BD5D-14D55618F993}">
      <dsp:nvSpPr>
        <dsp:cNvPr id="0" name=""/>
        <dsp:cNvSpPr/>
      </dsp:nvSpPr>
      <dsp:spPr>
        <a:xfrm>
          <a:off x="0" y="3369957"/>
          <a:ext cx="6253721" cy="16837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No Kinect</a:t>
          </a:r>
          <a:endParaRPr lang="en-NL" sz="6500" kern="1200" dirty="0"/>
        </a:p>
      </dsp:txBody>
      <dsp:txXfrm>
        <a:off x="0" y="3369957"/>
        <a:ext cx="6253721" cy="16837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E067F72-045E-4CF0-AE14-9C7CEA12510A}">
      <dsp:nvSpPr>
        <dsp:cNvPr id="0" name=""/>
        <dsp:cNvSpPr/>
      </dsp:nvSpPr>
      <dsp:spPr>
        <a:xfrm>
          <a:off x="0" y="1024890"/>
          <a:ext cx="8824913" cy="1366520"/>
        </a:xfrm>
        <a:prstGeom prst="notchedRightArrow">
          <a:avLst/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CE1236-BA01-402A-9EB7-E0BA8134908F}">
      <dsp:nvSpPr>
        <dsp:cNvPr id="0" name=""/>
        <dsp:cNvSpPr/>
      </dsp:nvSpPr>
      <dsp:spPr>
        <a:xfrm>
          <a:off x="3490" y="0"/>
          <a:ext cx="1526046" cy="1366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>
              <a:solidFill>
                <a:schemeClr val="bg1"/>
              </a:solidFill>
            </a:rPr>
            <a:t>Intro </a:t>
          </a:r>
          <a:endParaRPr lang="en-NL" sz="1800" kern="1200">
            <a:solidFill>
              <a:schemeClr val="bg1"/>
            </a:solidFill>
          </a:endParaRPr>
        </a:p>
      </dsp:txBody>
      <dsp:txXfrm>
        <a:off x="3490" y="0"/>
        <a:ext cx="1526046" cy="1366520"/>
      </dsp:txXfrm>
    </dsp:sp>
    <dsp:sp modelId="{730FC698-D42A-4534-AF64-A0B807E5033A}">
      <dsp:nvSpPr>
        <dsp:cNvPr id="0" name=""/>
        <dsp:cNvSpPr/>
      </dsp:nvSpPr>
      <dsp:spPr>
        <a:xfrm>
          <a:off x="595698" y="1537335"/>
          <a:ext cx="341630" cy="34163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E9D31E-CDE2-4CD2-A5AB-E41BCF6A85F5}">
      <dsp:nvSpPr>
        <dsp:cNvPr id="0" name=""/>
        <dsp:cNvSpPr/>
      </dsp:nvSpPr>
      <dsp:spPr>
        <a:xfrm>
          <a:off x="1605838" y="2049780"/>
          <a:ext cx="1526046" cy="1366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>
              <a:solidFill>
                <a:schemeClr val="bg1"/>
              </a:solidFill>
            </a:rPr>
            <a:t>Draw things </a:t>
          </a:r>
          <a:endParaRPr lang="en-NL" sz="1800" kern="1200">
            <a:solidFill>
              <a:schemeClr val="bg1"/>
            </a:solidFill>
          </a:endParaRPr>
        </a:p>
      </dsp:txBody>
      <dsp:txXfrm>
        <a:off x="1605838" y="2049780"/>
        <a:ext cx="1526046" cy="1366520"/>
      </dsp:txXfrm>
    </dsp:sp>
    <dsp:sp modelId="{FAD29BD9-F121-47A6-BF6C-4A802A7CE9A7}">
      <dsp:nvSpPr>
        <dsp:cNvPr id="0" name=""/>
        <dsp:cNvSpPr/>
      </dsp:nvSpPr>
      <dsp:spPr>
        <a:xfrm>
          <a:off x="2198047" y="1537335"/>
          <a:ext cx="341630" cy="34163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46D11B-5060-42A9-9CE0-772FA52584BA}">
      <dsp:nvSpPr>
        <dsp:cNvPr id="0" name=""/>
        <dsp:cNvSpPr/>
      </dsp:nvSpPr>
      <dsp:spPr>
        <a:xfrm>
          <a:off x="3208187" y="0"/>
          <a:ext cx="1526046" cy="1366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>
              <a:solidFill>
                <a:schemeClr val="bg1"/>
              </a:solidFill>
            </a:rPr>
            <a:t>Make them move</a:t>
          </a:r>
          <a:endParaRPr lang="en-NL" sz="1800" kern="1200">
            <a:solidFill>
              <a:schemeClr val="bg1"/>
            </a:solidFill>
          </a:endParaRPr>
        </a:p>
      </dsp:txBody>
      <dsp:txXfrm>
        <a:off x="3208187" y="0"/>
        <a:ext cx="1526046" cy="1366520"/>
      </dsp:txXfrm>
    </dsp:sp>
    <dsp:sp modelId="{F8C0AFF2-BBAD-45D3-A87B-5C2D7FEF33BB}">
      <dsp:nvSpPr>
        <dsp:cNvPr id="0" name=""/>
        <dsp:cNvSpPr/>
      </dsp:nvSpPr>
      <dsp:spPr>
        <a:xfrm>
          <a:off x="3800395" y="1537335"/>
          <a:ext cx="341630" cy="34163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E9BEA5-F068-464F-B0EF-9C64547E9C50}">
      <dsp:nvSpPr>
        <dsp:cNvPr id="0" name=""/>
        <dsp:cNvSpPr/>
      </dsp:nvSpPr>
      <dsp:spPr>
        <a:xfrm>
          <a:off x="4810536" y="2049780"/>
          <a:ext cx="1526046" cy="1366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>
              <a:solidFill>
                <a:schemeClr val="bg1"/>
              </a:solidFill>
            </a:rPr>
            <a:t>Add logic to the movement</a:t>
          </a:r>
          <a:endParaRPr lang="en-NL" sz="1800" kern="1200">
            <a:solidFill>
              <a:schemeClr val="bg1"/>
            </a:solidFill>
          </a:endParaRPr>
        </a:p>
      </dsp:txBody>
      <dsp:txXfrm>
        <a:off x="4810536" y="2049780"/>
        <a:ext cx="1526046" cy="1366520"/>
      </dsp:txXfrm>
    </dsp:sp>
    <dsp:sp modelId="{D14BA5EC-7074-4456-9698-1CC9EAB128F2}">
      <dsp:nvSpPr>
        <dsp:cNvPr id="0" name=""/>
        <dsp:cNvSpPr/>
      </dsp:nvSpPr>
      <dsp:spPr>
        <a:xfrm>
          <a:off x="5402744" y="1537335"/>
          <a:ext cx="341630" cy="34163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332365-1F7A-4035-B3D6-6F96DFAE59DD}">
      <dsp:nvSpPr>
        <dsp:cNvPr id="0" name=""/>
        <dsp:cNvSpPr/>
      </dsp:nvSpPr>
      <dsp:spPr>
        <a:xfrm>
          <a:off x="6412885" y="0"/>
          <a:ext cx="1526046" cy="1366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>
              <a:solidFill>
                <a:schemeClr val="bg1"/>
              </a:solidFill>
            </a:rPr>
            <a:t>Make them audio reactive</a:t>
          </a:r>
          <a:endParaRPr lang="en-NL" sz="1800" kern="1200">
            <a:solidFill>
              <a:schemeClr val="bg1"/>
            </a:solidFill>
          </a:endParaRPr>
        </a:p>
      </dsp:txBody>
      <dsp:txXfrm>
        <a:off x="6412885" y="0"/>
        <a:ext cx="1526046" cy="1366520"/>
      </dsp:txXfrm>
    </dsp:sp>
    <dsp:sp modelId="{F28BF1B5-98BD-4F73-9585-3BE8696353D2}">
      <dsp:nvSpPr>
        <dsp:cNvPr id="0" name=""/>
        <dsp:cNvSpPr/>
      </dsp:nvSpPr>
      <dsp:spPr>
        <a:xfrm>
          <a:off x="7005093" y="1537335"/>
          <a:ext cx="341630" cy="34163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A49F08-9100-4AF5-BC0A-FC6A093BE3CC}" type="datetimeFigureOut">
              <a:rPr lang="ko-KR" altLang="en-US" smtClean="0"/>
              <a:t>2024-09-15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8FC7D2-309F-4B1D-AF63-DB3D4B54485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7933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12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7.png"/><Relationship Id="rId5" Type="http://schemas.openxmlformats.org/officeDocument/2006/relationships/image" Target="../media/image3.sv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12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5.png"/><Relationship Id="rId5" Type="http://schemas.openxmlformats.org/officeDocument/2006/relationships/image" Target="../media/image3.sv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12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6.png"/><Relationship Id="rId5" Type="http://schemas.openxmlformats.org/officeDocument/2006/relationships/image" Target="../media/image3.sv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12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8.png"/><Relationship Id="rId5" Type="http://schemas.openxmlformats.org/officeDocument/2006/relationships/image" Target="../media/image3.sv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4.png"/><Relationship Id="rId5" Type="http://schemas.openxmlformats.org/officeDocument/2006/relationships/image" Target="../media/image3.sv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4.png"/><Relationship Id="rId5" Type="http://schemas.openxmlformats.org/officeDocument/2006/relationships/image" Target="../media/image3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6.png"/><Relationship Id="rId5" Type="http://schemas.openxmlformats.org/officeDocument/2006/relationships/image" Target="../media/image3.sv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mon.com/" TargetMode="External"/><Relationship Id="rId3" Type="http://schemas.openxmlformats.org/officeDocument/2006/relationships/image" Target="../media/image6.png"/><Relationship Id="rId7" Type="http://schemas.openxmlformats.org/officeDocument/2006/relationships/hyperlink" Target="https://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11" Type="http://schemas.openxmlformats.org/officeDocument/2006/relationships/image" Target="../media/image7.png"/><Relationship Id="rId5" Type="http://schemas.openxmlformats.org/officeDocument/2006/relationships/image" Target="../media/image2.png"/><Relationship Id="rId10" Type="http://schemas.openxmlformats.org/officeDocument/2006/relationships/image" Target="../media/image8.png"/><Relationship Id="rId4" Type="http://schemas.openxmlformats.org/officeDocument/2006/relationships/hyperlink" Target="http://pptmon.com/" TargetMode="External"/><Relationship Id="rId9" Type="http://schemas.openxmlformats.org/officeDocument/2006/relationships/image" Target="../media/image4.png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6.png"/><Relationship Id="rId5" Type="http://schemas.openxmlformats.org/officeDocument/2006/relationships/image" Target="../media/image3.sv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7.png"/><Relationship Id="rId5" Type="http://schemas.openxmlformats.org/officeDocument/2006/relationships/image" Target="../media/image3.sv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5.png"/><Relationship Id="rId5" Type="http://schemas.openxmlformats.org/officeDocument/2006/relationships/image" Target="../media/image3.sv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1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10" Type="http://schemas.openxmlformats.org/officeDocument/2006/relationships/image" Target="../media/image7.png"/><Relationship Id="rId4" Type="http://schemas.openxmlformats.org/officeDocument/2006/relationships/image" Target="../media/image3.svg"/><Relationship Id="rId9" Type="http://schemas.openxmlformats.org/officeDocument/2006/relationships/image" Target="../media/image4.png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8.png"/><Relationship Id="rId5" Type="http://schemas.openxmlformats.org/officeDocument/2006/relationships/image" Target="../media/image3.svg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1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10" Type="http://schemas.openxmlformats.org/officeDocument/2006/relationships/image" Target="../media/image6.png"/><Relationship Id="rId4" Type="http://schemas.openxmlformats.org/officeDocument/2006/relationships/image" Target="../media/image3.svg"/><Relationship Id="rId9" Type="http://schemas.openxmlformats.org/officeDocument/2006/relationships/image" Target="../media/image4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4" Type="http://schemas.openxmlformats.org/officeDocument/2006/relationships/image" Target="../media/image3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4" Type="http://schemas.openxmlformats.org/officeDocument/2006/relationships/image" Target="../media/image3.svg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PTM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A3B20522-7611-43A3-90E3-BE367CCB89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8" name="Graphic 3">
            <a:hlinkClick r:id="rId3"/>
            <a:extLst>
              <a:ext uri="{FF2B5EF4-FFF2-40B4-BE49-F238E27FC236}">
                <a16:creationId xmlns:a16="http://schemas.microsoft.com/office/drawing/2014/main" id="{426094DD-96C2-4BD6-9978-69C89B58A4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59" name="TextBox 58">
            <a:hlinkClick r:id="rId6"/>
            <a:extLst>
              <a:ext uri="{FF2B5EF4-FFF2-40B4-BE49-F238E27FC236}">
                <a16:creationId xmlns:a16="http://schemas.microsoft.com/office/drawing/2014/main" id="{B18AB9C1-8A84-4601-87D9-4B6C14492E0A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8739564F-0766-46FF-A2C0-70C5AB32186F}"/>
              </a:ext>
            </a:extLst>
          </p:cNvPr>
          <p:cNvGrpSpPr/>
          <p:nvPr userDrawn="1"/>
        </p:nvGrpSpPr>
        <p:grpSpPr>
          <a:xfrm>
            <a:off x="9906000" y="2286000"/>
            <a:ext cx="2286000" cy="2286000"/>
            <a:chOff x="5332228" y="4572000"/>
            <a:chExt cx="2286000" cy="2286000"/>
          </a:xfrm>
        </p:grpSpPr>
        <p:pic>
          <p:nvPicPr>
            <p:cNvPr id="143" name="그림 142">
              <a:extLst>
                <a:ext uri="{FF2B5EF4-FFF2-40B4-BE49-F238E27FC236}">
                  <a16:creationId xmlns:a16="http://schemas.microsoft.com/office/drawing/2014/main" id="{CFCC106F-6B40-47FB-9778-91621F01B30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5332228" y="4572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44" name="그림 143">
              <a:extLst>
                <a:ext uri="{FF2B5EF4-FFF2-40B4-BE49-F238E27FC236}">
                  <a16:creationId xmlns:a16="http://schemas.microsoft.com/office/drawing/2014/main" id="{4DB0B5BB-0A71-4CD7-A840-56CE5FCB34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2799" t="69050" r="1549" b="3125"/>
            <a:stretch>
              <a:fillRect/>
            </a:stretch>
          </p:blipFill>
          <p:spPr>
            <a:xfrm>
              <a:off x="5521094" y="4760866"/>
              <a:ext cx="1908268" cy="1908268"/>
            </a:xfrm>
            <a:custGeom>
              <a:avLst/>
              <a:gdLst>
                <a:gd name="connsiteX0" fmla="*/ 954134 w 1908268"/>
                <a:gd name="connsiteY0" fmla="*/ 0 h 1908268"/>
                <a:gd name="connsiteX1" fmla="*/ 1908268 w 1908268"/>
                <a:gd name="connsiteY1" fmla="*/ 954134 h 1908268"/>
                <a:gd name="connsiteX2" fmla="*/ 954134 w 1908268"/>
                <a:gd name="connsiteY2" fmla="*/ 1908268 h 1908268"/>
                <a:gd name="connsiteX3" fmla="*/ 0 w 1908268"/>
                <a:gd name="connsiteY3" fmla="*/ 954134 h 1908268"/>
                <a:gd name="connsiteX4" fmla="*/ 954134 w 1908268"/>
                <a:gd name="connsiteY4" fmla="*/ 0 h 1908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68" h="1908268">
                  <a:moveTo>
                    <a:pt x="954134" y="0"/>
                  </a:moveTo>
                  <a:cubicBezTo>
                    <a:pt x="1481088" y="0"/>
                    <a:pt x="1908268" y="427180"/>
                    <a:pt x="1908268" y="954134"/>
                  </a:cubicBezTo>
                  <a:cubicBezTo>
                    <a:pt x="1908268" y="1481088"/>
                    <a:pt x="1481088" y="1908268"/>
                    <a:pt x="954134" y="1908268"/>
                  </a:cubicBezTo>
                  <a:cubicBezTo>
                    <a:pt x="427180" y="1908268"/>
                    <a:pt x="0" y="1481088"/>
                    <a:pt x="0" y="954134"/>
                  </a:cubicBezTo>
                  <a:cubicBezTo>
                    <a:pt x="0" y="427180"/>
                    <a:pt x="427180" y="0"/>
                    <a:pt x="954134" y="0"/>
                  </a:cubicBezTo>
                  <a:close/>
                </a:path>
              </a:pathLst>
            </a:custGeom>
          </p:spPr>
        </p:pic>
        <p:pic>
          <p:nvPicPr>
            <p:cNvPr id="145" name="그림 144">
              <a:extLst>
                <a:ext uri="{FF2B5EF4-FFF2-40B4-BE49-F238E27FC236}">
                  <a16:creationId xmlns:a16="http://schemas.microsoft.com/office/drawing/2014/main" id="{6F3C6B9E-4B46-4744-8AA2-ECE7F2C5ADF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543" t="66667" r="68204" b="22217"/>
            <a:stretch>
              <a:fillRect/>
            </a:stretch>
          </p:blipFill>
          <p:spPr>
            <a:xfrm>
              <a:off x="6094037" y="5333815"/>
              <a:ext cx="762382" cy="762370"/>
            </a:xfrm>
            <a:custGeom>
              <a:avLst/>
              <a:gdLst>
                <a:gd name="connsiteX0" fmla="*/ 381191 w 762382"/>
                <a:gd name="connsiteY0" fmla="*/ 0 h 762370"/>
                <a:gd name="connsiteX1" fmla="*/ 762382 w 762382"/>
                <a:gd name="connsiteY1" fmla="*/ 381185 h 762370"/>
                <a:gd name="connsiteX2" fmla="*/ 381191 w 762382"/>
                <a:gd name="connsiteY2" fmla="*/ 762370 h 762370"/>
                <a:gd name="connsiteX3" fmla="*/ 0 w 762382"/>
                <a:gd name="connsiteY3" fmla="*/ 381185 h 762370"/>
                <a:gd name="connsiteX4" fmla="*/ 381191 w 762382"/>
                <a:gd name="connsiteY4" fmla="*/ 0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82" h="762370">
                  <a:moveTo>
                    <a:pt x="381191" y="0"/>
                  </a:moveTo>
                  <a:cubicBezTo>
                    <a:pt x="591717" y="0"/>
                    <a:pt x="762382" y="170662"/>
                    <a:pt x="762382" y="381185"/>
                  </a:cubicBezTo>
                  <a:cubicBezTo>
                    <a:pt x="762382" y="591708"/>
                    <a:pt x="591717" y="762370"/>
                    <a:pt x="381191" y="762370"/>
                  </a:cubicBezTo>
                  <a:cubicBezTo>
                    <a:pt x="170665" y="762370"/>
                    <a:pt x="0" y="591708"/>
                    <a:pt x="0" y="381185"/>
                  </a:cubicBezTo>
                  <a:cubicBezTo>
                    <a:pt x="0" y="170662"/>
                    <a:pt x="170665" y="0"/>
                    <a:pt x="381191" y="0"/>
                  </a:cubicBezTo>
                  <a:close/>
                </a:path>
              </a:pathLst>
            </a:custGeom>
          </p:spPr>
        </p:pic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41757E36-A26C-4518-BEFA-6C01A2979F3F}"/>
              </a:ext>
            </a:extLst>
          </p:cNvPr>
          <p:cNvGrpSpPr/>
          <p:nvPr userDrawn="1"/>
        </p:nvGrpSpPr>
        <p:grpSpPr>
          <a:xfrm>
            <a:off x="7625152" y="0"/>
            <a:ext cx="2286000" cy="2286000"/>
            <a:chOff x="3047915" y="0"/>
            <a:chExt cx="2286000" cy="2286000"/>
          </a:xfrm>
        </p:grpSpPr>
        <p:pic>
          <p:nvPicPr>
            <p:cNvPr id="160" name="그림 159">
              <a:extLst>
                <a:ext uri="{FF2B5EF4-FFF2-40B4-BE49-F238E27FC236}">
                  <a16:creationId xmlns:a16="http://schemas.microsoft.com/office/drawing/2014/main" id="{6BC6B93F-1A81-42AE-A5A3-EECB10C45B3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3047915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grpSp>
          <p:nvGrpSpPr>
            <p:cNvPr id="161" name="그룹 160">
              <a:extLst>
                <a:ext uri="{FF2B5EF4-FFF2-40B4-BE49-F238E27FC236}">
                  <a16:creationId xmlns:a16="http://schemas.microsoft.com/office/drawing/2014/main" id="{13E017CA-AB5B-4112-A96A-B03AB49D726F}"/>
                </a:ext>
              </a:extLst>
            </p:cNvPr>
            <p:cNvGrpSpPr/>
            <p:nvPr userDrawn="1"/>
          </p:nvGrpSpPr>
          <p:grpSpPr>
            <a:xfrm>
              <a:off x="3493180" y="449192"/>
              <a:ext cx="1395471" cy="1387617"/>
              <a:chOff x="3507891" y="491718"/>
              <a:chExt cx="1395471" cy="1387617"/>
            </a:xfrm>
          </p:grpSpPr>
          <p:pic>
            <p:nvPicPr>
              <p:cNvPr id="162" name="그림 161">
                <a:extLst>
                  <a:ext uri="{FF2B5EF4-FFF2-40B4-BE49-F238E27FC236}">
                    <a16:creationId xmlns:a16="http://schemas.microsoft.com/office/drawing/2014/main" id="{3624532E-1E71-434F-A441-C3341F55E16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3507891" y="491718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163" name="그림 162">
                <a:extLst>
                  <a:ext uri="{FF2B5EF4-FFF2-40B4-BE49-F238E27FC236}">
                    <a16:creationId xmlns:a16="http://schemas.microsoft.com/office/drawing/2014/main" id="{E62395C7-C69A-416B-B0A2-BE8EA90B1CD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4525670" y="491718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164" name="그림 163">
                <a:extLst>
                  <a:ext uri="{FF2B5EF4-FFF2-40B4-BE49-F238E27FC236}">
                    <a16:creationId xmlns:a16="http://schemas.microsoft.com/office/drawing/2014/main" id="{7CED17D0-37D9-46CD-AA22-C72A1FB4B73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3507891" y="1501649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165" name="그림 164">
                <a:extLst>
                  <a:ext uri="{FF2B5EF4-FFF2-40B4-BE49-F238E27FC236}">
                    <a16:creationId xmlns:a16="http://schemas.microsoft.com/office/drawing/2014/main" id="{51CC8E8E-6E6D-482F-AB9D-E33999157BB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4525670" y="1501649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</p:grpSp>
      </p:grp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D9858702-5E94-4111-98CD-B99B85BD16A9}"/>
              </a:ext>
            </a:extLst>
          </p:cNvPr>
          <p:cNvGrpSpPr/>
          <p:nvPr userDrawn="1"/>
        </p:nvGrpSpPr>
        <p:grpSpPr>
          <a:xfrm>
            <a:off x="7625152" y="2286000"/>
            <a:ext cx="2286000" cy="2286000"/>
            <a:chOff x="3047915" y="4572000"/>
            <a:chExt cx="2286000" cy="2286000"/>
          </a:xfrm>
        </p:grpSpPr>
        <p:pic>
          <p:nvPicPr>
            <p:cNvPr id="167" name="그림 166">
              <a:extLst>
                <a:ext uri="{FF2B5EF4-FFF2-40B4-BE49-F238E27FC236}">
                  <a16:creationId xmlns:a16="http://schemas.microsoft.com/office/drawing/2014/main" id="{E75DC3A0-8B1C-45C3-83BD-DFE77E19C04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3047915" y="4572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68" name="그림 167">
              <a:extLst>
                <a:ext uri="{FF2B5EF4-FFF2-40B4-BE49-F238E27FC236}">
                  <a16:creationId xmlns:a16="http://schemas.microsoft.com/office/drawing/2014/main" id="{2530DCF1-DE90-4C7F-A293-C938E252FF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576" t="33336" r="39078" b="50000"/>
            <a:stretch>
              <a:fillRect/>
            </a:stretch>
          </p:blipFill>
          <p:spPr>
            <a:xfrm>
              <a:off x="3047915" y="4572000"/>
              <a:ext cx="1139461" cy="1142820"/>
            </a:xfrm>
            <a:custGeom>
              <a:avLst/>
              <a:gdLst>
                <a:gd name="connsiteX0" fmla="*/ 1139461 w 1139461"/>
                <a:gd name="connsiteY0" fmla="*/ 0 h 1142820"/>
                <a:gd name="connsiteX1" fmla="*/ 1139461 w 1139461"/>
                <a:gd name="connsiteY1" fmla="*/ 571678 h 1142820"/>
                <a:gd name="connsiteX2" fmla="*/ 1027823 w 1139461"/>
                <a:gd name="connsiteY2" fmla="*/ 582932 h 1142820"/>
                <a:gd name="connsiteX3" fmla="*/ 580426 w 1139461"/>
                <a:gd name="connsiteY3" fmla="*/ 1041656 h 1142820"/>
                <a:gd name="connsiteX4" fmla="*/ 571500 w 1139461"/>
                <a:gd name="connsiteY4" fmla="*/ 1142820 h 1142820"/>
                <a:gd name="connsiteX5" fmla="*/ 0 w 1139461"/>
                <a:gd name="connsiteY5" fmla="*/ 1142820 h 1142820"/>
                <a:gd name="connsiteX6" fmla="*/ 5192 w 1139461"/>
                <a:gd name="connsiteY6" fmla="*/ 1033167 h 1142820"/>
                <a:gd name="connsiteX7" fmla="*/ 1026135 w 1139461"/>
                <a:gd name="connsiteY7" fmla="*/ 5722 h 1142820"/>
                <a:gd name="connsiteX8" fmla="*/ 1139461 w 1139461"/>
                <a:gd name="connsiteY8" fmla="*/ 0 h 1142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9461" h="1142820">
                  <a:moveTo>
                    <a:pt x="1139461" y="0"/>
                  </a:moveTo>
                  <a:lnTo>
                    <a:pt x="1139461" y="571678"/>
                  </a:lnTo>
                  <a:lnTo>
                    <a:pt x="1027823" y="582932"/>
                  </a:lnTo>
                  <a:cubicBezTo>
                    <a:pt x="799953" y="629561"/>
                    <a:pt x="621483" y="811806"/>
                    <a:pt x="580426" y="1041656"/>
                  </a:cubicBezTo>
                  <a:lnTo>
                    <a:pt x="571500" y="1142820"/>
                  </a:lnTo>
                  <a:lnTo>
                    <a:pt x="0" y="1142820"/>
                  </a:lnTo>
                  <a:lnTo>
                    <a:pt x="5192" y="1033167"/>
                  </a:lnTo>
                  <a:cubicBezTo>
                    <a:pt x="56716" y="491842"/>
                    <a:pt x="485794" y="60597"/>
                    <a:pt x="1026135" y="5722"/>
                  </a:cubicBezTo>
                  <a:lnTo>
                    <a:pt x="1139461" y="0"/>
                  </a:lnTo>
                  <a:close/>
                </a:path>
              </a:pathLst>
            </a:custGeom>
          </p:spPr>
        </p:pic>
        <p:pic>
          <p:nvPicPr>
            <p:cNvPr id="169" name="그림 168">
              <a:extLst>
                <a:ext uri="{FF2B5EF4-FFF2-40B4-BE49-F238E27FC236}">
                  <a16:creationId xmlns:a16="http://schemas.microsoft.com/office/drawing/2014/main" id="{3516F0AF-6D05-42C1-9C7E-ED6586C51F0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t="26667" r="18750" b="66667"/>
            <a:stretch>
              <a:fillRect/>
            </a:stretch>
          </p:blipFill>
          <p:spPr>
            <a:xfrm>
              <a:off x="3047915" y="6400800"/>
              <a:ext cx="2286000" cy="457200"/>
            </a:xfrm>
            <a:custGeom>
              <a:avLst/>
              <a:gdLst>
                <a:gd name="connsiteX0" fmla="*/ 0 w 2286000"/>
                <a:gd name="connsiteY0" fmla="*/ 0 h 457200"/>
                <a:gd name="connsiteX1" fmla="*/ 2286000 w 2286000"/>
                <a:gd name="connsiteY1" fmla="*/ 0 h 457200"/>
                <a:gd name="connsiteX2" fmla="*/ 2286000 w 2286000"/>
                <a:gd name="connsiteY2" fmla="*/ 457200 h 457200"/>
                <a:gd name="connsiteX3" fmla="*/ 0 w 2286000"/>
                <a:gd name="connsiteY3" fmla="*/ 457200 h 457200"/>
                <a:gd name="connsiteX4" fmla="*/ 0 w 2286000"/>
                <a:gd name="connsiteY4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457200">
                  <a:moveTo>
                    <a:pt x="0" y="0"/>
                  </a:moveTo>
                  <a:lnTo>
                    <a:pt x="2286000" y="0"/>
                  </a:lnTo>
                  <a:lnTo>
                    <a:pt x="22860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2402B876-A433-480B-AC64-72ED1A371755}"/>
              </a:ext>
            </a:extLst>
          </p:cNvPr>
          <p:cNvGrpSpPr/>
          <p:nvPr userDrawn="1"/>
        </p:nvGrpSpPr>
        <p:grpSpPr>
          <a:xfrm flipH="1" flipV="1">
            <a:off x="7616626" y="4571441"/>
            <a:ext cx="2294526" cy="2286559"/>
            <a:chOff x="754151" y="2285441"/>
            <a:chExt cx="2294526" cy="2286559"/>
          </a:xfrm>
        </p:grpSpPr>
        <p:pic>
          <p:nvPicPr>
            <p:cNvPr id="183" name="그림 182">
              <a:extLst>
                <a:ext uri="{FF2B5EF4-FFF2-40B4-BE49-F238E27FC236}">
                  <a16:creationId xmlns:a16="http://schemas.microsoft.com/office/drawing/2014/main" id="{10E0A24A-90F6-4FCF-8303-B122F8F0410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2677" y="2286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84" name="그림 183">
              <a:extLst>
                <a:ext uri="{FF2B5EF4-FFF2-40B4-BE49-F238E27FC236}">
                  <a16:creationId xmlns:a16="http://schemas.microsoft.com/office/drawing/2014/main" id="{70960B9E-9210-4F5A-A54D-EB50D6E7AA4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847" t="83275" r="18901"/>
            <a:stretch/>
          </p:blipFill>
          <p:spPr>
            <a:xfrm>
              <a:off x="754151" y="2285441"/>
              <a:ext cx="1127905" cy="1147025"/>
            </a:xfrm>
            <a:custGeom>
              <a:avLst/>
              <a:gdLst>
                <a:gd name="connsiteX0" fmla="*/ 40 w 2286040"/>
                <a:gd name="connsiteY0" fmla="*/ 0 h 2285999"/>
                <a:gd name="connsiteX1" fmla="*/ 2286040 w 2286040"/>
                <a:gd name="connsiteY1" fmla="*/ 0 h 2285999"/>
                <a:gd name="connsiteX2" fmla="*/ 233770 w 2286040"/>
                <a:gd name="connsiteY2" fmla="*/ 2274198 h 2285999"/>
                <a:gd name="connsiteX3" fmla="*/ 60 w 2286040"/>
                <a:gd name="connsiteY3" fmla="*/ 2285999 h 2285999"/>
                <a:gd name="connsiteX4" fmla="*/ 20 w 2286040"/>
                <a:gd name="connsiteY4" fmla="*/ 2285999 h 2285999"/>
                <a:gd name="connsiteX5" fmla="*/ 0 w 2286040"/>
                <a:gd name="connsiteY5" fmla="*/ 2285998 h 2285999"/>
                <a:gd name="connsiteX6" fmla="*/ 40 w 2286040"/>
                <a:gd name="connsiteY6" fmla="*/ 2285998 h 2285999"/>
                <a:gd name="connsiteX7" fmla="*/ 40 w 2286040"/>
                <a:gd name="connsiteY7" fmla="*/ 0 h 2285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6040" h="2285999">
                  <a:moveTo>
                    <a:pt x="40" y="0"/>
                  </a:moveTo>
                  <a:lnTo>
                    <a:pt x="2286040" y="0"/>
                  </a:lnTo>
                  <a:cubicBezTo>
                    <a:pt x="2286040" y="1183616"/>
                    <a:pt x="1386500" y="2157132"/>
                    <a:pt x="233770" y="2274198"/>
                  </a:cubicBezTo>
                  <a:lnTo>
                    <a:pt x="60" y="2285999"/>
                  </a:lnTo>
                  <a:lnTo>
                    <a:pt x="20" y="2285999"/>
                  </a:lnTo>
                  <a:lnTo>
                    <a:pt x="0" y="2285998"/>
                  </a:lnTo>
                  <a:lnTo>
                    <a:pt x="40" y="2285998"/>
                  </a:lnTo>
                  <a:lnTo>
                    <a:pt x="40" y="0"/>
                  </a:lnTo>
                  <a:close/>
                </a:path>
              </a:pathLst>
            </a:custGeom>
          </p:spPr>
        </p:pic>
      </p:grpSp>
      <p:grpSp>
        <p:nvGrpSpPr>
          <p:cNvPr id="185" name="그룹 184">
            <a:extLst>
              <a:ext uri="{FF2B5EF4-FFF2-40B4-BE49-F238E27FC236}">
                <a16:creationId xmlns:a16="http://schemas.microsoft.com/office/drawing/2014/main" id="{0B26C53C-7B9F-4DD5-BCF6-1CFA11779D75}"/>
              </a:ext>
            </a:extLst>
          </p:cNvPr>
          <p:cNvGrpSpPr/>
          <p:nvPr userDrawn="1"/>
        </p:nvGrpSpPr>
        <p:grpSpPr>
          <a:xfrm>
            <a:off x="9906000" y="0"/>
            <a:ext cx="2286000" cy="2286000"/>
            <a:chOff x="762677" y="0"/>
            <a:chExt cx="2286000" cy="2286000"/>
          </a:xfrm>
        </p:grpSpPr>
        <p:pic>
          <p:nvPicPr>
            <p:cNvPr id="186" name="그림 185">
              <a:extLst>
                <a:ext uri="{FF2B5EF4-FFF2-40B4-BE49-F238E27FC236}">
                  <a16:creationId xmlns:a16="http://schemas.microsoft.com/office/drawing/2014/main" id="{6268AF0C-4608-41A5-856B-6F507032D3B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2677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87" name="그림 186">
              <a:extLst>
                <a:ext uri="{FF2B5EF4-FFF2-40B4-BE49-F238E27FC236}">
                  <a16:creationId xmlns:a16="http://schemas.microsoft.com/office/drawing/2014/main" id="{19819829-7E55-4056-BD20-F72B91ED80C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53" r="64134" b="66667"/>
            <a:stretch/>
          </p:blipFill>
          <p:spPr>
            <a:xfrm>
              <a:off x="1888809" y="0"/>
              <a:ext cx="1159867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88" name="그림 187">
              <a:extLst>
                <a:ext uri="{FF2B5EF4-FFF2-40B4-BE49-F238E27FC236}">
                  <a16:creationId xmlns:a16="http://schemas.microsoft.com/office/drawing/2014/main" id="{56AD7602-3B2A-4C9E-8584-2BF7B02D056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543" t="66667" r="68204" b="22217"/>
            <a:stretch>
              <a:fillRect/>
            </a:stretch>
          </p:blipFill>
          <p:spPr>
            <a:xfrm>
              <a:off x="1524486" y="761815"/>
              <a:ext cx="762382" cy="762370"/>
            </a:xfrm>
            <a:custGeom>
              <a:avLst/>
              <a:gdLst>
                <a:gd name="connsiteX0" fmla="*/ 381191 w 762382"/>
                <a:gd name="connsiteY0" fmla="*/ 0 h 762370"/>
                <a:gd name="connsiteX1" fmla="*/ 762382 w 762382"/>
                <a:gd name="connsiteY1" fmla="*/ 381185 h 762370"/>
                <a:gd name="connsiteX2" fmla="*/ 381191 w 762382"/>
                <a:gd name="connsiteY2" fmla="*/ 762370 h 762370"/>
                <a:gd name="connsiteX3" fmla="*/ 0 w 762382"/>
                <a:gd name="connsiteY3" fmla="*/ 381185 h 762370"/>
                <a:gd name="connsiteX4" fmla="*/ 381191 w 762382"/>
                <a:gd name="connsiteY4" fmla="*/ 0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82" h="762370">
                  <a:moveTo>
                    <a:pt x="381191" y="0"/>
                  </a:moveTo>
                  <a:cubicBezTo>
                    <a:pt x="591717" y="0"/>
                    <a:pt x="762382" y="170662"/>
                    <a:pt x="762382" y="381185"/>
                  </a:cubicBezTo>
                  <a:cubicBezTo>
                    <a:pt x="762382" y="591708"/>
                    <a:pt x="591717" y="762370"/>
                    <a:pt x="381191" y="762370"/>
                  </a:cubicBezTo>
                  <a:cubicBezTo>
                    <a:pt x="170665" y="762370"/>
                    <a:pt x="0" y="591708"/>
                    <a:pt x="0" y="381185"/>
                  </a:cubicBezTo>
                  <a:cubicBezTo>
                    <a:pt x="0" y="170662"/>
                    <a:pt x="170665" y="0"/>
                    <a:pt x="381191" y="0"/>
                  </a:cubicBezTo>
                  <a:close/>
                </a:path>
              </a:pathLst>
            </a:custGeom>
          </p:spPr>
        </p:pic>
        <p:pic>
          <p:nvPicPr>
            <p:cNvPr id="189" name="그림 188">
              <a:extLst>
                <a:ext uri="{FF2B5EF4-FFF2-40B4-BE49-F238E27FC236}">
                  <a16:creationId xmlns:a16="http://schemas.microsoft.com/office/drawing/2014/main" id="{09A46EDC-FB02-4093-B04E-68A45F7079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593" t="66667" r="68204" b="22217"/>
            <a:stretch>
              <a:fillRect/>
            </a:stretch>
          </p:blipFill>
          <p:spPr>
            <a:xfrm>
              <a:off x="1896358" y="761815"/>
              <a:ext cx="390510" cy="762370"/>
            </a:xfrm>
            <a:custGeom>
              <a:avLst/>
              <a:gdLst>
                <a:gd name="connsiteX0" fmla="*/ 9319 w 390510"/>
                <a:gd name="connsiteY0" fmla="*/ 0 h 762370"/>
                <a:gd name="connsiteX1" fmla="*/ 390510 w 390510"/>
                <a:gd name="connsiteY1" fmla="*/ 381185 h 762370"/>
                <a:gd name="connsiteX2" fmla="*/ 9319 w 390510"/>
                <a:gd name="connsiteY2" fmla="*/ 762370 h 762370"/>
                <a:gd name="connsiteX3" fmla="*/ 0 w 390510"/>
                <a:gd name="connsiteY3" fmla="*/ 761431 h 762370"/>
                <a:gd name="connsiteX4" fmla="*/ 0 w 390510"/>
                <a:gd name="connsiteY4" fmla="*/ 939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0510" h="762370">
                  <a:moveTo>
                    <a:pt x="9319" y="0"/>
                  </a:moveTo>
                  <a:cubicBezTo>
                    <a:pt x="219845" y="0"/>
                    <a:pt x="390510" y="170662"/>
                    <a:pt x="390510" y="381185"/>
                  </a:cubicBezTo>
                  <a:cubicBezTo>
                    <a:pt x="390510" y="591708"/>
                    <a:pt x="219845" y="762370"/>
                    <a:pt x="9319" y="762370"/>
                  </a:cubicBezTo>
                  <a:lnTo>
                    <a:pt x="0" y="761431"/>
                  </a:lnTo>
                  <a:lnTo>
                    <a:pt x="0" y="939"/>
                  </a:lnTo>
                  <a:close/>
                </a:path>
              </a:pathLst>
            </a:custGeom>
          </p:spPr>
        </p:pic>
      </p:grp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B5677347-9FCF-40B6-B3CF-149FA6B54D75}"/>
              </a:ext>
            </a:extLst>
          </p:cNvPr>
          <p:cNvGrpSpPr/>
          <p:nvPr userDrawn="1"/>
        </p:nvGrpSpPr>
        <p:grpSpPr>
          <a:xfrm flipV="1">
            <a:off x="9904228" y="4571999"/>
            <a:ext cx="2287772" cy="2286001"/>
            <a:chOff x="760905" y="4571999"/>
            <a:chExt cx="2287772" cy="2286001"/>
          </a:xfrm>
        </p:grpSpPr>
        <p:pic>
          <p:nvPicPr>
            <p:cNvPr id="180" name="그림 179">
              <a:extLst>
                <a:ext uri="{FF2B5EF4-FFF2-40B4-BE49-F238E27FC236}">
                  <a16:creationId xmlns:a16="http://schemas.microsoft.com/office/drawing/2014/main" id="{E36D9FB8-1A93-4B51-9C42-22C0C096AE3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2677" y="4572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81" name="그림 180">
              <a:extLst>
                <a:ext uri="{FF2B5EF4-FFF2-40B4-BE49-F238E27FC236}">
                  <a16:creationId xmlns:a16="http://schemas.microsoft.com/office/drawing/2014/main" id="{8C6D9C28-D7A5-4F92-B5A7-A1A9838E155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799" t="83384" r="18950"/>
            <a:stretch/>
          </p:blipFill>
          <p:spPr>
            <a:xfrm>
              <a:off x="760905" y="4571999"/>
              <a:ext cx="1127905" cy="1139533"/>
            </a:xfrm>
            <a:custGeom>
              <a:avLst/>
              <a:gdLst>
                <a:gd name="connsiteX0" fmla="*/ 40 w 2286040"/>
                <a:gd name="connsiteY0" fmla="*/ 0 h 2285999"/>
                <a:gd name="connsiteX1" fmla="*/ 2286040 w 2286040"/>
                <a:gd name="connsiteY1" fmla="*/ 0 h 2285999"/>
                <a:gd name="connsiteX2" fmla="*/ 233770 w 2286040"/>
                <a:gd name="connsiteY2" fmla="*/ 2274198 h 2285999"/>
                <a:gd name="connsiteX3" fmla="*/ 60 w 2286040"/>
                <a:gd name="connsiteY3" fmla="*/ 2285999 h 2285999"/>
                <a:gd name="connsiteX4" fmla="*/ 20 w 2286040"/>
                <a:gd name="connsiteY4" fmla="*/ 2285999 h 2285999"/>
                <a:gd name="connsiteX5" fmla="*/ 0 w 2286040"/>
                <a:gd name="connsiteY5" fmla="*/ 2285998 h 2285999"/>
                <a:gd name="connsiteX6" fmla="*/ 40 w 2286040"/>
                <a:gd name="connsiteY6" fmla="*/ 2285998 h 2285999"/>
                <a:gd name="connsiteX7" fmla="*/ 40 w 2286040"/>
                <a:gd name="connsiteY7" fmla="*/ 0 h 2285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6040" h="2285999">
                  <a:moveTo>
                    <a:pt x="40" y="0"/>
                  </a:moveTo>
                  <a:lnTo>
                    <a:pt x="2286040" y="0"/>
                  </a:lnTo>
                  <a:cubicBezTo>
                    <a:pt x="2286040" y="1183616"/>
                    <a:pt x="1386500" y="2157132"/>
                    <a:pt x="233770" y="2274198"/>
                  </a:cubicBezTo>
                  <a:lnTo>
                    <a:pt x="60" y="2285999"/>
                  </a:lnTo>
                  <a:lnTo>
                    <a:pt x="20" y="2285999"/>
                  </a:lnTo>
                  <a:lnTo>
                    <a:pt x="0" y="2285998"/>
                  </a:lnTo>
                  <a:lnTo>
                    <a:pt x="40" y="2285998"/>
                  </a:lnTo>
                  <a:lnTo>
                    <a:pt x="40" y="0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25494878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PTM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A3B20522-7611-43A3-90E3-BE367CCB89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8" name="Graphic 3">
            <a:hlinkClick r:id="rId3"/>
            <a:extLst>
              <a:ext uri="{FF2B5EF4-FFF2-40B4-BE49-F238E27FC236}">
                <a16:creationId xmlns:a16="http://schemas.microsoft.com/office/drawing/2014/main" id="{426094DD-96C2-4BD6-9978-69C89B58A4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59" name="TextBox 58">
            <a:hlinkClick r:id="rId6"/>
            <a:extLst>
              <a:ext uri="{FF2B5EF4-FFF2-40B4-BE49-F238E27FC236}">
                <a16:creationId xmlns:a16="http://schemas.microsoft.com/office/drawing/2014/main" id="{B18AB9C1-8A84-4601-87D9-4B6C14492E0A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12340C1-D100-4447-9882-72B7B79A7F77}"/>
              </a:ext>
            </a:extLst>
          </p:cNvPr>
          <p:cNvGrpSpPr/>
          <p:nvPr userDrawn="1"/>
        </p:nvGrpSpPr>
        <p:grpSpPr>
          <a:xfrm>
            <a:off x="9906000" y="2286000"/>
            <a:ext cx="2286000" cy="2286000"/>
            <a:chOff x="7619999" y="0"/>
            <a:chExt cx="2286000" cy="2286000"/>
          </a:xfrm>
        </p:grpSpPr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0A8314F3-5673-464F-82BE-7627CE79693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19999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BD733F7E-3232-4230-BB52-E8A25188C61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09" t="33333" r="77841" b="33333"/>
            <a:stretch>
              <a:fillRect/>
            </a:stretch>
          </p:blipFill>
          <p:spPr>
            <a:xfrm rot="5400000">
              <a:off x="7619999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2286000 h 2286000"/>
                <a:gd name="connsiteX2" fmla="*/ 0 w 2286000"/>
                <a:gd name="connsiteY2" fmla="*/ 2286000 h 2286000"/>
                <a:gd name="connsiteX3" fmla="*/ 0 w 2286000"/>
                <a:gd name="connsiteY3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A2F6539-B42F-4FED-B486-CA594C7DCF10}"/>
              </a:ext>
            </a:extLst>
          </p:cNvPr>
          <p:cNvGrpSpPr/>
          <p:nvPr userDrawn="1"/>
        </p:nvGrpSpPr>
        <p:grpSpPr>
          <a:xfrm>
            <a:off x="9906000" y="4572000"/>
            <a:ext cx="2286000" cy="2286000"/>
            <a:chOff x="9906000" y="0"/>
            <a:chExt cx="2286000" cy="2286000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1CAA7663-C521-4190-8F29-067ECE62FCE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9906000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DCC6F563-E3FF-466D-A31B-904557965B8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09" t="33333" r="77841" b="33333"/>
            <a:stretch>
              <a:fillRect/>
            </a:stretch>
          </p:blipFill>
          <p:spPr>
            <a:xfrm>
              <a:off x="9906000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2286000 h 2286000"/>
                <a:gd name="connsiteX2" fmla="*/ 0 w 2286000"/>
                <a:gd name="connsiteY2" fmla="*/ 2286000 h 2286000"/>
                <a:gd name="connsiteX3" fmla="*/ 0 w 2286000"/>
                <a:gd name="connsiteY3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6FBB16D-4CA8-4241-9079-71FF5D83BC4D}"/>
              </a:ext>
            </a:extLst>
          </p:cNvPr>
          <p:cNvGrpSpPr/>
          <p:nvPr userDrawn="1"/>
        </p:nvGrpSpPr>
        <p:grpSpPr>
          <a:xfrm>
            <a:off x="0" y="0"/>
            <a:ext cx="2286000" cy="2286559"/>
            <a:chOff x="7619999" y="2285441"/>
            <a:chExt cx="2286000" cy="2286559"/>
          </a:xfrm>
        </p:grpSpPr>
        <p:pic>
          <p:nvPicPr>
            <p:cNvPr id="50" name="그림 49">
              <a:extLst>
                <a:ext uri="{FF2B5EF4-FFF2-40B4-BE49-F238E27FC236}">
                  <a16:creationId xmlns:a16="http://schemas.microsoft.com/office/drawing/2014/main" id="{FFA65983-205A-4201-A037-5E719BF8369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19999" y="2286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A0434BD1-9FCD-4EA9-B66F-E26E88909AF7}"/>
                </a:ext>
              </a:extLst>
            </p:cNvPr>
            <p:cNvGrpSpPr/>
            <p:nvPr userDrawn="1"/>
          </p:nvGrpSpPr>
          <p:grpSpPr>
            <a:xfrm>
              <a:off x="8759626" y="2285441"/>
              <a:ext cx="1146373" cy="2286558"/>
              <a:chOff x="8269092" y="2285441"/>
              <a:chExt cx="1146373" cy="2286558"/>
            </a:xfrm>
          </p:grpSpPr>
          <p:pic>
            <p:nvPicPr>
              <p:cNvPr id="53" name="그림 52">
                <a:extLst>
                  <a:ext uri="{FF2B5EF4-FFF2-40B4-BE49-F238E27FC236}">
                    <a16:creationId xmlns:a16="http://schemas.microsoft.com/office/drawing/2014/main" id="{B1C5FDAC-80DC-4AB7-BDDC-CF6FFBF3CB9B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3809627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  <p:pic>
            <p:nvPicPr>
              <p:cNvPr id="54" name="그림 53">
                <a:extLst>
                  <a:ext uri="{FF2B5EF4-FFF2-40B4-BE49-F238E27FC236}">
                    <a16:creationId xmlns:a16="http://schemas.microsoft.com/office/drawing/2014/main" id="{CB303DBB-214F-49E8-B89C-46BF99F2308C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3052238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  <p:pic>
            <p:nvPicPr>
              <p:cNvPr id="55" name="그림 54">
                <a:extLst>
                  <a:ext uri="{FF2B5EF4-FFF2-40B4-BE49-F238E27FC236}">
                    <a16:creationId xmlns:a16="http://schemas.microsoft.com/office/drawing/2014/main" id="{2228ECC9-A0CB-4E95-B59D-C2BC28D164C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2285441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</p:grpSp>
        <p:pic>
          <p:nvPicPr>
            <p:cNvPr id="52" name="그림 51">
              <a:extLst>
                <a:ext uri="{FF2B5EF4-FFF2-40B4-BE49-F238E27FC236}">
                  <a16:creationId xmlns:a16="http://schemas.microsoft.com/office/drawing/2014/main" id="{ABBCAF36-6D13-4568-A623-5C3EF7FA100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595" t="66667" r="56307" b="27826"/>
            <a:stretch>
              <a:fillRect/>
            </a:stretch>
          </p:blipFill>
          <p:spPr>
            <a:xfrm>
              <a:off x="7977335" y="2477784"/>
              <a:ext cx="377692" cy="377686"/>
            </a:xfrm>
            <a:custGeom>
              <a:avLst/>
              <a:gdLst>
                <a:gd name="connsiteX0" fmla="*/ 188846 w 377692"/>
                <a:gd name="connsiteY0" fmla="*/ 0 h 377686"/>
                <a:gd name="connsiteX1" fmla="*/ 377692 w 377692"/>
                <a:gd name="connsiteY1" fmla="*/ 188843 h 377686"/>
                <a:gd name="connsiteX2" fmla="*/ 188846 w 377692"/>
                <a:gd name="connsiteY2" fmla="*/ 377686 h 377686"/>
                <a:gd name="connsiteX3" fmla="*/ 0 w 377692"/>
                <a:gd name="connsiteY3" fmla="*/ 188843 h 377686"/>
                <a:gd name="connsiteX4" fmla="*/ 188846 w 377692"/>
                <a:gd name="connsiteY4" fmla="*/ 0 h 377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692" h="377686">
                  <a:moveTo>
                    <a:pt x="188846" y="0"/>
                  </a:moveTo>
                  <a:cubicBezTo>
                    <a:pt x="293143" y="0"/>
                    <a:pt x="377692" y="84548"/>
                    <a:pt x="377692" y="188843"/>
                  </a:cubicBezTo>
                  <a:cubicBezTo>
                    <a:pt x="377692" y="293138"/>
                    <a:pt x="293143" y="377686"/>
                    <a:pt x="188846" y="377686"/>
                  </a:cubicBezTo>
                  <a:cubicBezTo>
                    <a:pt x="84549" y="377686"/>
                    <a:pt x="0" y="293138"/>
                    <a:pt x="0" y="188843"/>
                  </a:cubicBezTo>
                  <a:cubicBezTo>
                    <a:pt x="0" y="84548"/>
                    <a:pt x="84549" y="0"/>
                    <a:pt x="188846" y="0"/>
                  </a:cubicBezTo>
                  <a:close/>
                </a:path>
              </a:pathLst>
            </a:custGeom>
          </p:spPr>
        </p:pic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31E392D5-DDF5-4F7B-AE5B-301B7D2F63F4}"/>
              </a:ext>
            </a:extLst>
          </p:cNvPr>
          <p:cNvGrpSpPr/>
          <p:nvPr userDrawn="1"/>
        </p:nvGrpSpPr>
        <p:grpSpPr>
          <a:xfrm>
            <a:off x="9906000" y="0"/>
            <a:ext cx="2286000" cy="2286000"/>
            <a:chOff x="3047915" y="0"/>
            <a:chExt cx="2286000" cy="2286000"/>
          </a:xfrm>
        </p:grpSpPr>
        <p:pic>
          <p:nvPicPr>
            <p:cNvPr id="76" name="그림 75">
              <a:extLst>
                <a:ext uri="{FF2B5EF4-FFF2-40B4-BE49-F238E27FC236}">
                  <a16:creationId xmlns:a16="http://schemas.microsoft.com/office/drawing/2014/main" id="{F98AE8ED-7F83-44B3-9872-0B9EB770EB1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3047915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grpSp>
          <p:nvGrpSpPr>
            <p:cNvPr id="77" name="그룹 76">
              <a:extLst>
                <a:ext uri="{FF2B5EF4-FFF2-40B4-BE49-F238E27FC236}">
                  <a16:creationId xmlns:a16="http://schemas.microsoft.com/office/drawing/2014/main" id="{EB3EA02A-2AE7-4321-AD99-9338EDFEC8CB}"/>
                </a:ext>
              </a:extLst>
            </p:cNvPr>
            <p:cNvGrpSpPr/>
            <p:nvPr userDrawn="1"/>
          </p:nvGrpSpPr>
          <p:grpSpPr>
            <a:xfrm>
              <a:off x="3493180" y="449192"/>
              <a:ext cx="1395471" cy="1387617"/>
              <a:chOff x="3507891" y="491718"/>
              <a:chExt cx="1395471" cy="1387617"/>
            </a:xfrm>
          </p:grpSpPr>
          <p:pic>
            <p:nvPicPr>
              <p:cNvPr id="78" name="그림 77">
                <a:extLst>
                  <a:ext uri="{FF2B5EF4-FFF2-40B4-BE49-F238E27FC236}">
                    <a16:creationId xmlns:a16="http://schemas.microsoft.com/office/drawing/2014/main" id="{17C7F4B0-3568-4925-9470-C0D5AD9E825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3507891" y="491718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79" name="그림 78">
                <a:extLst>
                  <a:ext uri="{FF2B5EF4-FFF2-40B4-BE49-F238E27FC236}">
                    <a16:creationId xmlns:a16="http://schemas.microsoft.com/office/drawing/2014/main" id="{E635DCB7-38CE-43BF-8573-B71BB32D664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4525670" y="491718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80" name="그림 79">
                <a:extLst>
                  <a:ext uri="{FF2B5EF4-FFF2-40B4-BE49-F238E27FC236}">
                    <a16:creationId xmlns:a16="http://schemas.microsoft.com/office/drawing/2014/main" id="{E4B9C051-EC3B-4B3E-A61A-3B4DA9A0267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3507891" y="1501649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81" name="그림 80">
                <a:extLst>
                  <a:ext uri="{FF2B5EF4-FFF2-40B4-BE49-F238E27FC236}">
                    <a16:creationId xmlns:a16="http://schemas.microsoft.com/office/drawing/2014/main" id="{7D2E1CDB-9310-4AE3-B9F8-83D03F557F4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4525670" y="1501649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</p:grp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7F1A529E-068D-4F66-8EE4-B0C80D3DA06E}"/>
              </a:ext>
            </a:extLst>
          </p:cNvPr>
          <p:cNvGrpSpPr/>
          <p:nvPr userDrawn="1"/>
        </p:nvGrpSpPr>
        <p:grpSpPr>
          <a:xfrm flipV="1">
            <a:off x="0" y="2286000"/>
            <a:ext cx="2287772" cy="2286001"/>
            <a:chOff x="760905" y="4571999"/>
            <a:chExt cx="2287772" cy="2286001"/>
          </a:xfrm>
        </p:grpSpPr>
        <p:pic>
          <p:nvPicPr>
            <p:cNvPr id="96" name="그림 95">
              <a:extLst>
                <a:ext uri="{FF2B5EF4-FFF2-40B4-BE49-F238E27FC236}">
                  <a16:creationId xmlns:a16="http://schemas.microsoft.com/office/drawing/2014/main" id="{3210F8C9-CDC3-4721-990C-4AA883B186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2677" y="4572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97" name="그림 96">
              <a:extLst>
                <a:ext uri="{FF2B5EF4-FFF2-40B4-BE49-F238E27FC236}">
                  <a16:creationId xmlns:a16="http://schemas.microsoft.com/office/drawing/2014/main" id="{8753C652-01CE-433D-9C7E-38880D5D5B5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799" t="83384" r="18950"/>
            <a:stretch/>
          </p:blipFill>
          <p:spPr>
            <a:xfrm>
              <a:off x="760905" y="4571999"/>
              <a:ext cx="1127905" cy="1139533"/>
            </a:xfrm>
            <a:custGeom>
              <a:avLst/>
              <a:gdLst>
                <a:gd name="connsiteX0" fmla="*/ 40 w 2286040"/>
                <a:gd name="connsiteY0" fmla="*/ 0 h 2285999"/>
                <a:gd name="connsiteX1" fmla="*/ 2286040 w 2286040"/>
                <a:gd name="connsiteY1" fmla="*/ 0 h 2285999"/>
                <a:gd name="connsiteX2" fmla="*/ 233770 w 2286040"/>
                <a:gd name="connsiteY2" fmla="*/ 2274198 h 2285999"/>
                <a:gd name="connsiteX3" fmla="*/ 60 w 2286040"/>
                <a:gd name="connsiteY3" fmla="*/ 2285999 h 2285999"/>
                <a:gd name="connsiteX4" fmla="*/ 20 w 2286040"/>
                <a:gd name="connsiteY4" fmla="*/ 2285999 h 2285999"/>
                <a:gd name="connsiteX5" fmla="*/ 0 w 2286040"/>
                <a:gd name="connsiteY5" fmla="*/ 2285998 h 2285999"/>
                <a:gd name="connsiteX6" fmla="*/ 40 w 2286040"/>
                <a:gd name="connsiteY6" fmla="*/ 2285998 h 2285999"/>
                <a:gd name="connsiteX7" fmla="*/ 40 w 2286040"/>
                <a:gd name="connsiteY7" fmla="*/ 0 h 2285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6040" h="2285999">
                  <a:moveTo>
                    <a:pt x="40" y="0"/>
                  </a:moveTo>
                  <a:lnTo>
                    <a:pt x="2286040" y="0"/>
                  </a:lnTo>
                  <a:cubicBezTo>
                    <a:pt x="2286040" y="1183616"/>
                    <a:pt x="1386500" y="2157132"/>
                    <a:pt x="233770" y="2274198"/>
                  </a:cubicBezTo>
                  <a:lnTo>
                    <a:pt x="60" y="2285999"/>
                  </a:lnTo>
                  <a:lnTo>
                    <a:pt x="20" y="2285999"/>
                  </a:lnTo>
                  <a:lnTo>
                    <a:pt x="0" y="2285998"/>
                  </a:lnTo>
                  <a:lnTo>
                    <a:pt x="40" y="2285998"/>
                  </a:lnTo>
                  <a:lnTo>
                    <a:pt x="40" y="0"/>
                  </a:lnTo>
                  <a:close/>
                </a:path>
              </a:pathLst>
            </a:custGeom>
          </p:spPr>
        </p:pic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0BFDCF3E-C448-4D20-A6ED-7D1E7E03ACF8}"/>
              </a:ext>
            </a:extLst>
          </p:cNvPr>
          <p:cNvGrpSpPr/>
          <p:nvPr userDrawn="1"/>
        </p:nvGrpSpPr>
        <p:grpSpPr>
          <a:xfrm>
            <a:off x="0" y="4572000"/>
            <a:ext cx="2286000" cy="2286000"/>
            <a:chOff x="762677" y="0"/>
            <a:chExt cx="2286000" cy="2286000"/>
          </a:xfrm>
        </p:grpSpPr>
        <p:pic>
          <p:nvPicPr>
            <p:cNvPr id="102" name="그림 101">
              <a:extLst>
                <a:ext uri="{FF2B5EF4-FFF2-40B4-BE49-F238E27FC236}">
                  <a16:creationId xmlns:a16="http://schemas.microsoft.com/office/drawing/2014/main" id="{364C18B5-CEC9-4C6C-A152-22DBF644484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2677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03" name="그림 102">
              <a:extLst>
                <a:ext uri="{FF2B5EF4-FFF2-40B4-BE49-F238E27FC236}">
                  <a16:creationId xmlns:a16="http://schemas.microsoft.com/office/drawing/2014/main" id="{4DD86E5F-DCBC-4F06-AB82-6AD2552686A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53" r="64134" b="66667"/>
            <a:stretch/>
          </p:blipFill>
          <p:spPr>
            <a:xfrm>
              <a:off x="1888809" y="0"/>
              <a:ext cx="1159867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04" name="그림 103">
              <a:extLst>
                <a:ext uri="{FF2B5EF4-FFF2-40B4-BE49-F238E27FC236}">
                  <a16:creationId xmlns:a16="http://schemas.microsoft.com/office/drawing/2014/main" id="{8D49618A-9605-447E-85A7-4C4E52F2646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543" t="66667" r="68204" b="22217"/>
            <a:stretch>
              <a:fillRect/>
            </a:stretch>
          </p:blipFill>
          <p:spPr>
            <a:xfrm>
              <a:off x="1524486" y="761815"/>
              <a:ext cx="762382" cy="762370"/>
            </a:xfrm>
            <a:custGeom>
              <a:avLst/>
              <a:gdLst>
                <a:gd name="connsiteX0" fmla="*/ 381191 w 762382"/>
                <a:gd name="connsiteY0" fmla="*/ 0 h 762370"/>
                <a:gd name="connsiteX1" fmla="*/ 762382 w 762382"/>
                <a:gd name="connsiteY1" fmla="*/ 381185 h 762370"/>
                <a:gd name="connsiteX2" fmla="*/ 381191 w 762382"/>
                <a:gd name="connsiteY2" fmla="*/ 762370 h 762370"/>
                <a:gd name="connsiteX3" fmla="*/ 0 w 762382"/>
                <a:gd name="connsiteY3" fmla="*/ 381185 h 762370"/>
                <a:gd name="connsiteX4" fmla="*/ 381191 w 762382"/>
                <a:gd name="connsiteY4" fmla="*/ 0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82" h="762370">
                  <a:moveTo>
                    <a:pt x="381191" y="0"/>
                  </a:moveTo>
                  <a:cubicBezTo>
                    <a:pt x="591717" y="0"/>
                    <a:pt x="762382" y="170662"/>
                    <a:pt x="762382" y="381185"/>
                  </a:cubicBezTo>
                  <a:cubicBezTo>
                    <a:pt x="762382" y="591708"/>
                    <a:pt x="591717" y="762370"/>
                    <a:pt x="381191" y="762370"/>
                  </a:cubicBezTo>
                  <a:cubicBezTo>
                    <a:pt x="170665" y="762370"/>
                    <a:pt x="0" y="591708"/>
                    <a:pt x="0" y="381185"/>
                  </a:cubicBezTo>
                  <a:cubicBezTo>
                    <a:pt x="0" y="170662"/>
                    <a:pt x="170665" y="0"/>
                    <a:pt x="381191" y="0"/>
                  </a:cubicBezTo>
                  <a:close/>
                </a:path>
              </a:pathLst>
            </a:custGeom>
          </p:spPr>
        </p:pic>
        <p:pic>
          <p:nvPicPr>
            <p:cNvPr id="105" name="그림 104">
              <a:extLst>
                <a:ext uri="{FF2B5EF4-FFF2-40B4-BE49-F238E27FC236}">
                  <a16:creationId xmlns:a16="http://schemas.microsoft.com/office/drawing/2014/main" id="{AD043142-71CB-4F02-BD6E-A94B2028D8B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593" t="66667" r="68204" b="22217"/>
            <a:stretch>
              <a:fillRect/>
            </a:stretch>
          </p:blipFill>
          <p:spPr>
            <a:xfrm>
              <a:off x="1896358" y="761815"/>
              <a:ext cx="390510" cy="762370"/>
            </a:xfrm>
            <a:custGeom>
              <a:avLst/>
              <a:gdLst>
                <a:gd name="connsiteX0" fmla="*/ 9319 w 390510"/>
                <a:gd name="connsiteY0" fmla="*/ 0 h 762370"/>
                <a:gd name="connsiteX1" fmla="*/ 390510 w 390510"/>
                <a:gd name="connsiteY1" fmla="*/ 381185 h 762370"/>
                <a:gd name="connsiteX2" fmla="*/ 9319 w 390510"/>
                <a:gd name="connsiteY2" fmla="*/ 762370 h 762370"/>
                <a:gd name="connsiteX3" fmla="*/ 0 w 390510"/>
                <a:gd name="connsiteY3" fmla="*/ 761431 h 762370"/>
                <a:gd name="connsiteX4" fmla="*/ 0 w 390510"/>
                <a:gd name="connsiteY4" fmla="*/ 939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0510" h="762370">
                  <a:moveTo>
                    <a:pt x="9319" y="0"/>
                  </a:moveTo>
                  <a:cubicBezTo>
                    <a:pt x="219845" y="0"/>
                    <a:pt x="390510" y="170662"/>
                    <a:pt x="390510" y="381185"/>
                  </a:cubicBezTo>
                  <a:cubicBezTo>
                    <a:pt x="390510" y="591708"/>
                    <a:pt x="219845" y="762370"/>
                    <a:pt x="9319" y="762370"/>
                  </a:cubicBezTo>
                  <a:lnTo>
                    <a:pt x="0" y="761431"/>
                  </a:lnTo>
                  <a:lnTo>
                    <a:pt x="0" y="939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20204902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PTM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A3B20522-7611-43A3-90E3-BE367CCB89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8" name="Graphic 3">
            <a:hlinkClick r:id="rId3"/>
            <a:extLst>
              <a:ext uri="{FF2B5EF4-FFF2-40B4-BE49-F238E27FC236}">
                <a16:creationId xmlns:a16="http://schemas.microsoft.com/office/drawing/2014/main" id="{426094DD-96C2-4BD6-9978-69C89B58A4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59" name="TextBox 58">
            <a:hlinkClick r:id="rId6"/>
            <a:extLst>
              <a:ext uri="{FF2B5EF4-FFF2-40B4-BE49-F238E27FC236}">
                <a16:creationId xmlns:a16="http://schemas.microsoft.com/office/drawing/2014/main" id="{B18AB9C1-8A84-4601-87D9-4B6C14492E0A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1532EB8-9C51-4D1C-A64E-17845CE9AE73}"/>
              </a:ext>
            </a:extLst>
          </p:cNvPr>
          <p:cNvGrpSpPr/>
          <p:nvPr userDrawn="1"/>
        </p:nvGrpSpPr>
        <p:grpSpPr>
          <a:xfrm>
            <a:off x="9906000" y="0"/>
            <a:ext cx="2286000" cy="2286000"/>
            <a:chOff x="9906000" y="2285999"/>
            <a:chExt cx="2286000" cy="2286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594E0A6-10FB-4FED-9A43-B0C99C3DE4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9906000" y="2285999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EB54CACA-9D39-4146-B414-5FB2548E8411}"/>
                </a:ext>
              </a:extLst>
            </p:cNvPr>
            <p:cNvGrpSpPr/>
            <p:nvPr userDrawn="1"/>
          </p:nvGrpSpPr>
          <p:grpSpPr>
            <a:xfrm>
              <a:off x="9906000" y="2286001"/>
              <a:ext cx="2286000" cy="2285998"/>
              <a:chOff x="-6410358" y="864255"/>
              <a:chExt cx="2286000" cy="2285998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6EACA58F-BF4B-4818-8B62-8EA306767E7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2500" r="18750" b="93333"/>
              <a:stretch>
                <a:fillRect/>
              </a:stretch>
            </p:blipFill>
            <p:spPr>
              <a:xfrm>
                <a:off x="-6410358" y="864255"/>
                <a:ext cx="2286000" cy="457200"/>
              </a:xfrm>
              <a:custGeom>
                <a:avLst/>
                <a:gdLst>
                  <a:gd name="connsiteX0" fmla="*/ 0 w 2286000"/>
                  <a:gd name="connsiteY0" fmla="*/ 0 h 457200"/>
                  <a:gd name="connsiteX1" fmla="*/ 2286000 w 2286000"/>
                  <a:gd name="connsiteY1" fmla="*/ 0 h 457200"/>
                  <a:gd name="connsiteX2" fmla="*/ 2286000 w 2286000"/>
                  <a:gd name="connsiteY2" fmla="*/ 457200 h 457200"/>
                  <a:gd name="connsiteX3" fmla="*/ 0 w 2286000"/>
                  <a:gd name="connsiteY3" fmla="*/ 457200 h 457200"/>
                  <a:gd name="connsiteX4" fmla="*/ 0 w 2286000"/>
                  <a:gd name="connsiteY4" fmla="*/ 0 h 457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00" h="457200">
                    <a:moveTo>
                      <a:pt x="0" y="0"/>
                    </a:moveTo>
                    <a:lnTo>
                      <a:pt x="2286000" y="0"/>
                    </a:lnTo>
                    <a:lnTo>
                      <a:pt x="2286000" y="457200"/>
                    </a:lnTo>
                    <a:lnTo>
                      <a:pt x="0" y="457200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</p:pic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4EE88B9D-0299-4CE7-8BB4-AABB9860189B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2500" t="13333" r="18750" b="80000"/>
              <a:stretch>
                <a:fillRect/>
              </a:stretch>
            </p:blipFill>
            <p:spPr>
              <a:xfrm>
                <a:off x="-6410358" y="1778654"/>
                <a:ext cx="2286000" cy="457200"/>
              </a:xfrm>
              <a:custGeom>
                <a:avLst/>
                <a:gdLst>
                  <a:gd name="connsiteX0" fmla="*/ 0 w 2286000"/>
                  <a:gd name="connsiteY0" fmla="*/ 0 h 457200"/>
                  <a:gd name="connsiteX1" fmla="*/ 2286000 w 2286000"/>
                  <a:gd name="connsiteY1" fmla="*/ 0 h 457200"/>
                  <a:gd name="connsiteX2" fmla="*/ 2286000 w 2286000"/>
                  <a:gd name="connsiteY2" fmla="*/ 457200 h 457200"/>
                  <a:gd name="connsiteX3" fmla="*/ 0 w 2286000"/>
                  <a:gd name="connsiteY3" fmla="*/ 457200 h 457200"/>
                  <a:gd name="connsiteX4" fmla="*/ 0 w 2286000"/>
                  <a:gd name="connsiteY4" fmla="*/ 0 h 457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00" h="457200">
                    <a:moveTo>
                      <a:pt x="0" y="0"/>
                    </a:moveTo>
                    <a:lnTo>
                      <a:pt x="2286000" y="0"/>
                    </a:lnTo>
                    <a:lnTo>
                      <a:pt x="2286000" y="457200"/>
                    </a:lnTo>
                    <a:lnTo>
                      <a:pt x="0" y="457200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21F42452-F660-49F6-BED9-971A9769854B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2500" t="26667" r="18750" b="66667"/>
              <a:stretch>
                <a:fillRect/>
              </a:stretch>
            </p:blipFill>
            <p:spPr>
              <a:xfrm>
                <a:off x="-6410358" y="2693053"/>
                <a:ext cx="2286000" cy="457200"/>
              </a:xfrm>
              <a:custGeom>
                <a:avLst/>
                <a:gdLst>
                  <a:gd name="connsiteX0" fmla="*/ 0 w 2286000"/>
                  <a:gd name="connsiteY0" fmla="*/ 0 h 457200"/>
                  <a:gd name="connsiteX1" fmla="*/ 2286000 w 2286000"/>
                  <a:gd name="connsiteY1" fmla="*/ 0 h 457200"/>
                  <a:gd name="connsiteX2" fmla="*/ 2286000 w 2286000"/>
                  <a:gd name="connsiteY2" fmla="*/ 457200 h 457200"/>
                  <a:gd name="connsiteX3" fmla="*/ 0 w 2286000"/>
                  <a:gd name="connsiteY3" fmla="*/ 457200 h 457200"/>
                  <a:gd name="connsiteX4" fmla="*/ 0 w 2286000"/>
                  <a:gd name="connsiteY4" fmla="*/ 0 h 457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00" h="457200">
                    <a:moveTo>
                      <a:pt x="0" y="0"/>
                    </a:moveTo>
                    <a:lnTo>
                      <a:pt x="2286000" y="0"/>
                    </a:lnTo>
                    <a:lnTo>
                      <a:pt x="2286000" y="457200"/>
                    </a:lnTo>
                    <a:lnTo>
                      <a:pt x="0" y="457200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</p:pic>
        </p:grp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EC3139BB-E1B5-48AC-8481-ACED5B7B33C9}"/>
              </a:ext>
            </a:extLst>
          </p:cNvPr>
          <p:cNvGrpSpPr/>
          <p:nvPr userDrawn="1"/>
        </p:nvGrpSpPr>
        <p:grpSpPr>
          <a:xfrm rot="16200000">
            <a:off x="-1143040" y="1143041"/>
            <a:ext cx="4572080" cy="2286000"/>
            <a:chOff x="12678343" y="-466927"/>
            <a:chExt cx="4572080" cy="2286000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C918DC2C-AB5C-4B7C-870C-A7D463E16154}"/>
                </a:ext>
              </a:extLst>
            </p:cNvPr>
            <p:cNvGrpSpPr/>
            <p:nvPr userDrawn="1"/>
          </p:nvGrpSpPr>
          <p:grpSpPr>
            <a:xfrm>
              <a:off x="12678343" y="-466927"/>
              <a:ext cx="2286040" cy="2286000"/>
              <a:chOff x="7619960" y="4572000"/>
              <a:chExt cx="2286040" cy="2286000"/>
            </a:xfrm>
          </p:grpSpPr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9BB6D451-86D3-42E6-B53E-2C81E134B6D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116" r="64134" b="66667"/>
              <a:stretch>
                <a:fillRect/>
              </a:stretch>
            </p:blipFill>
            <p:spPr>
              <a:xfrm>
                <a:off x="7620000" y="4572000"/>
                <a:ext cx="2286000" cy="2286000"/>
              </a:xfrm>
              <a:custGeom>
                <a:avLst/>
                <a:gdLst>
                  <a:gd name="connsiteX0" fmla="*/ 0 w 2286000"/>
                  <a:gd name="connsiteY0" fmla="*/ 0 h 2286000"/>
                  <a:gd name="connsiteX1" fmla="*/ 2286000 w 2286000"/>
                  <a:gd name="connsiteY1" fmla="*/ 0 h 2286000"/>
                  <a:gd name="connsiteX2" fmla="*/ 2286000 w 2286000"/>
                  <a:gd name="connsiteY2" fmla="*/ 2286000 h 2286000"/>
                  <a:gd name="connsiteX3" fmla="*/ 0 w 2286000"/>
                  <a:gd name="connsiteY3" fmla="*/ 2286000 h 2286000"/>
                  <a:gd name="connsiteX4" fmla="*/ 0 w 2286000"/>
                  <a:gd name="connsiteY4" fmla="*/ 0 h 2286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00" h="2286000">
                    <a:moveTo>
                      <a:pt x="0" y="0"/>
                    </a:moveTo>
                    <a:lnTo>
                      <a:pt x="2286000" y="0"/>
                    </a:lnTo>
                    <a:lnTo>
                      <a:pt x="2286000" y="2286000"/>
                    </a:lnTo>
                    <a:lnTo>
                      <a:pt x="0" y="2286000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</p:pic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CD59DE9D-9C39-4F77-953F-46EBCCE8722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2500" t="66667" r="18750"/>
              <a:stretch>
                <a:fillRect/>
              </a:stretch>
            </p:blipFill>
            <p:spPr>
              <a:xfrm flipH="1">
                <a:off x="7619960" y="4572000"/>
                <a:ext cx="2286040" cy="2285999"/>
              </a:xfrm>
              <a:custGeom>
                <a:avLst/>
                <a:gdLst>
                  <a:gd name="connsiteX0" fmla="*/ 40 w 2286040"/>
                  <a:gd name="connsiteY0" fmla="*/ 0 h 2285999"/>
                  <a:gd name="connsiteX1" fmla="*/ 2286040 w 2286040"/>
                  <a:gd name="connsiteY1" fmla="*/ 0 h 2285999"/>
                  <a:gd name="connsiteX2" fmla="*/ 233770 w 2286040"/>
                  <a:gd name="connsiteY2" fmla="*/ 2274198 h 2285999"/>
                  <a:gd name="connsiteX3" fmla="*/ 60 w 2286040"/>
                  <a:gd name="connsiteY3" fmla="*/ 2285999 h 2285999"/>
                  <a:gd name="connsiteX4" fmla="*/ 20 w 2286040"/>
                  <a:gd name="connsiteY4" fmla="*/ 2285999 h 2285999"/>
                  <a:gd name="connsiteX5" fmla="*/ 0 w 2286040"/>
                  <a:gd name="connsiteY5" fmla="*/ 2285998 h 2285999"/>
                  <a:gd name="connsiteX6" fmla="*/ 40 w 2286040"/>
                  <a:gd name="connsiteY6" fmla="*/ 2285998 h 2285999"/>
                  <a:gd name="connsiteX7" fmla="*/ 40 w 2286040"/>
                  <a:gd name="connsiteY7" fmla="*/ 0 h 22859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286040" h="2285999">
                    <a:moveTo>
                      <a:pt x="40" y="0"/>
                    </a:moveTo>
                    <a:lnTo>
                      <a:pt x="2286040" y="0"/>
                    </a:lnTo>
                    <a:cubicBezTo>
                      <a:pt x="2286040" y="1183616"/>
                      <a:pt x="1386500" y="2157132"/>
                      <a:pt x="233770" y="2274198"/>
                    </a:cubicBezTo>
                    <a:lnTo>
                      <a:pt x="60" y="2285999"/>
                    </a:lnTo>
                    <a:lnTo>
                      <a:pt x="20" y="2285999"/>
                    </a:lnTo>
                    <a:lnTo>
                      <a:pt x="0" y="2285998"/>
                    </a:lnTo>
                    <a:lnTo>
                      <a:pt x="40" y="2285998"/>
                    </a:lnTo>
                    <a:lnTo>
                      <a:pt x="40" y="0"/>
                    </a:lnTo>
                    <a:close/>
                  </a:path>
                </a:pathLst>
              </a:custGeom>
            </p:spPr>
          </p:pic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3280B30F-1B4D-4415-B846-39D0A13F7B72}"/>
                </a:ext>
              </a:extLst>
            </p:cNvPr>
            <p:cNvGrpSpPr/>
            <p:nvPr userDrawn="1"/>
          </p:nvGrpSpPr>
          <p:grpSpPr>
            <a:xfrm>
              <a:off x="14964383" y="-466927"/>
              <a:ext cx="2286040" cy="2286000"/>
              <a:chOff x="9906000" y="4572000"/>
              <a:chExt cx="2286040" cy="2286000"/>
            </a:xfrm>
          </p:grpSpPr>
          <p:pic>
            <p:nvPicPr>
              <p:cNvPr id="14" name="그림 13">
                <a:extLst>
                  <a:ext uri="{FF2B5EF4-FFF2-40B4-BE49-F238E27FC236}">
                    <a16:creationId xmlns:a16="http://schemas.microsoft.com/office/drawing/2014/main" id="{F6AE6711-4B5C-45B3-8A52-00B99F65443A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116" r="64134" b="66667"/>
              <a:stretch>
                <a:fillRect/>
              </a:stretch>
            </p:blipFill>
            <p:spPr>
              <a:xfrm>
                <a:off x="9906000" y="4572000"/>
                <a:ext cx="2286000" cy="2286000"/>
              </a:xfrm>
              <a:custGeom>
                <a:avLst/>
                <a:gdLst>
                  <a:gd name="connsiteX0" fmla="*/ 0 w 2286000"/>
                  <a:gd name="connsiteY0" fmla="*/ 0 h 2286000"/>
                  <a:gd name="connsiteX1" fmla="*/ 2286000 w 2286000"/>
                  <a:gd name="connsiteY1" fmla="*/ 0 h 2286000"/>
                  <a:gd name="connsiteX2" fmla="*/ 2286000 w 2286000"/>
                  <a:gd name="connsiteY2" fmla="*/ 2286000 h 2286000"/>
                  <a:gd name="connsiteX3" fmla="*/ 0 w 2286000"/>
                  <a:gd name="connsiteY3" fmla="*/ 2286000 h 2286000"/>
                  <a:gd name="connsiteX4" fmla="*/ 0 w 2286000"/>
                  <a:gd name="connsiteY4" fmla="*/ 0 h 2286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00" h="2286000">
                    <a:moveTo>
                      <a:pt x="0" y="0"/>
                    </a:moveTo>
                    <a:lnTo>
                      <a:pt x="2286000" y="0"/>
                    </a:lnTo>
                    <a:lnTo>
                      <a:pt x="2286000" y="2286000"/>
                    </a:lnTo>
                    <a:lnTo>
                      <a:pt x="0" y="2286000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</p:pic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8D37AE99-7B99-451C-9FDE-BB85E7E0B8AB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2500" t="66667" r="18750"/>
              <a:stretch>
                <a:fillRect/>
              </a:stretch>
            </p:blipFill>
            <p:spPr>
              <a:xfrm>
                <a:off x="9906000" y="4572000"/>
                <a:ext cx="2286040" cy="2285999"/>
              </a:xfrm>
              <a:custGeom>
                <a:avLst/>
                <a:gdLst>
                  <a:gd name="connsiteX0" fmla="*/ 40 w 2286040"/>
                  <a:gd name="connsiteY0" fmla="*/ 0 h 2285999"/>
                  <a:gd name="connsiteX1" fmla="*/ 2286040 w 2286040"/>
                  <a:gd name="connsiteY1" fmla="*/ 0 h 2285999"/>
                  <a:gd name="connsiteX2" fmla="*/ 233770 w 2286040"/>
                  <a:gd name="connsiteY2" fmla="*/ 2274198 h 2285999"/>
                  <a:gd name="connsiteX3" fmla="*/ 60 w 2286040"/>
                  <a:gd name="connsiteY3" fmla="*/ 2285999 h 2285999"/>
                  <a:gd name="connsiteX4" fmla="*/ 20 w 2286040"/>
                  <a:gd name="connsiteY4" fmla="*/ 2285999 h 2285999"/>
                  <a:gd name="connsiteX5" fmla="*/ 0 w 2286040"/>
                  <a:gd name="connsiteY5" fmla="*/ 2285998 h 2285999"/>
                  <a:gd name="connsiteX6" fmla="*/ 40 w 2286040"/>
                  <a:gd name="connsiteY6" fmla="*/ 2285998 h 2285999"/>
                  <a:gd name="connsiteX7" fmla="*/ 40 w 2286040"/>
                  <a:gd name="connsiteY7" fmla="*/ 0 h 22859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286040" h="2285999">
                    <a:moveTo>
                      <a:pt x="40" y="0"/>
                    </a:moveTo>
                    <a:lnTo>
                      <a:pt x="2286040" y="0"/>
                    </a:lnTo>
                    <a:cubicBezTo>
                      <a:pt x="2286040" y="1183616"/>
                      <a:pt x="1386500" y="2157132"/>
                      <a:pt x="233770" y="2274198"/>
                    </a:cubicBezTo>
                    <a:lnTo>
                      <a:pt x="60" y="2285999"/>
                    </a:lnTo>
                    <a:lnTo>
                      <a:pt x="20" y="2285999"/>
                    </a:lnTo>
                    <a:lnTo>
                      <a:pt x="0" y="2285998"/>
                    </a:lnTo>
                    <a:lnTo>
                      <a:pt x="40" y="2285998"/>
                    </a:lnTo>
                    <a:lnTo>
                      <a:pt x="40" y="0"/>
                    </a:lnTo>
                    <a:close/>
                  </a:path>
                </a:pathLst>
              </a:custGeom>
            </p:spPr>
          </p:pic>
        </p:grp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50A00BB-8310-4CD1-BFF9-3D0D3277BBC6}"/>
              </a:ext>
            </a:extLst>
          </p:cNvPr>
          <p:cNvGrpSpPr/>
          <p:nvPr userDrawn="1"/>
        </p:nvGrpSpPr>
        <p:grpSpPr>
          <a:xfrm>
            <a:off x="9906000" y="2286000"/>
            <a:ext cx="2286000" cy="2286000"/>
            <a:chOff x="5332228" y="4572000"/>
            <a:chExt cx="2286000" cy="2286000"/>
          </a:xfrm>
        </p:grpSpPr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AE10DF33-3396-4792-A9E3-6FC2D94995F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5332228" y="4572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3A2895D1-F03B-4E3F-95A8-055282EAD34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2799" t="69050" r="1549" b="3125"/>
            <a:stretch>
              <a:fillRect/>
            </a:stretch>
          </p:blipFill>
          <p:spPr>
            <a:xfrm>
              <a:off x="5521094" y="4760866"/>
              <a:ext cx="1908268" cy="1908268"/>
            </a:xfrm>
            <a:custGeom>
              <a:avLst/>
              <a:gdLst>
                <a:gd name="connsiteX0" fmla="*/ 954134 w 1908268"/>
                <a:gd name="connsiteY0" fmla="*/ 0 h 1908268"/>
                <a:gd name="connsiteX1" fmla="*/ 1908268 w 1908268"/>
                <a:gd name="connsiteY1" fmla="*/ 954134 h 1908268"/>
                <a:gd name="connsiteX2" fmla="*/ 954134 w 1908268"/>
                <a:gd name="connsiteY2" fmla="*/ 1908268 h 1908268"/>
                <a:gd name="connsiteX3" fmla="*/ 0 w 1908268"/>
                <a:gd name="connsiteY3" fmla="*/ 954134 h 1908268"/>
                <a:gd name="connsiteX4" fmla="*/ 954134 w 1908268"/>
                <a:gd name="connsiteY4" fmla="*/ 0 h 1908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68" h="1908268">
                  <a:moveTo>
                    <a:pt x="954134" y="0"/>
                  </a:moveTo>
                  <a:cubicBezTo>
                    <a:pt x="1481088" y="0"/>
                    <a:pt x="1908268" y="427180"/>
                    <a:pt x="1908268" y="954134"/>
                  </a:cubicBezTo>
                  <a:cubicBezTo>
                    <a:pt x="1908268" y="1481088"/>
                    <a:pt x="1481088" y="1908268"/>
                    <a:pt x="954134" y="1908268"/>
                  </a:cubicBezTo>
                  <a:cubicBezTo>
                    <a:pt x="427180" y="1908268"/>
                    <a:pt x="0" y="1481088"/>
                    <a:pt x="0" y="954134"/>
                  </a:cubicBezTo>
                  <a:cubicBezTo>
                    <a:pt x="0" y="427180"/>
                    <a:pt x="427180" y="0"/>
                    <a:pt x="954134" y="0"/>
                  </a:cubicBezTo>
                  <a:close/>
                </a:path>
              </a:pathLst>
            </a:custGeom>
          </p:spPr>
        </p:pic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12A25182-F154-4358-87B8-9E86167566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543" t="66667" r="68204" b="22217"/>
            <a:stretch>
              <a:fillRect/>
            </a:stretch>
          </p:blipFill>
          <p:spPr>
            <a:xfrm>
              <a:off x="6094037" y="5333815"/>
              <a:ext cx="762382" cy="762370"/>
            </a:xfrm>
            <a:custGeom>
              <a:avLst/>
              <a:gdLst>
                <a:gd name="connsiteX0" fmla="*/ 381191 w 762382"/>
                <a:gd name="connsiteY0" fmla="*/ 0 h 762370"/>
                <a:gd name="connsiteX1" fmla="*/ 762382 w 762382"/>
                <a:gd name="connsiteY1" fmla="*/ 381185 h 762370"/>
                <a:gd name="connsiteX2" fmla="*/ 381191 w 762382"/>
                <a:gd name="connsiteY2" fmla="*/ 762370 h 762370"/>
                <a:gd name="connsiteX3" fmla="*/ 0 w 762382"/>
                <a:gd name="connsiteY3" fmla="*/ 381185 h 762370"/>
                <a:gd name="connsiteX4" fmla="*/ 381191 w 762382"/>
                <a:gd name="connsiteY4" fmla="*/ 0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82" h="762370">
                  <a:moveTo>
                    <a:pt x="381191" y="0"/>
                  </a:moveTo>
                  <a:cubicBezTo>
                    <a:pt x="591717" y="0"/>
                    <a:pt x="762382" y="170662"/>
                    <a:pt x="762382" y="381185"/>
                  </a:cubicBezTo>
                  <a:cubicBezTo>
                    <a:pt x="762382" y="591708"/>
                    <a:pt x="591717" y="762370"/>
                    <a:pt x="381191" y="762370"/>
                  </a:cubicBezTo>
                  <a:cubicBezTo>
                    <a:pt x="170665" y="762370"/>
                    <a:pt x="0" y="591708"/>
                    <a:pt x="0" y="381185"/>
                  </a:cubicBezTo>
                  <a:cubicBezTo>
                    <a:pt x="0" y="170662"/>
                    <a:pt x="170665" y="0"/>
                    <a:pt x="381191" y="0"/>
                  </a:cubicBezTo>
                  <a:close/>
                </a:path>
              </a:pathLst>
            </a:cu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96086891-1574-465D-8502-56551FE9295B}"/>
              </a:ext>
            </a:extLst>
          </p:cNvPr>
          <p:cNvGrpSpPr/>
          <p:nvPr userDrawn="1"/>
        </p:nvGrpSpPr>
        <p:grpSpPr>
          <a:xfrm>
            <a:off x="0" y="4572000"/>
            <a:ext cx="2286000" cy="2286000"/>
            <a:chOff x="5332228" y="2286000"/>
            <a:chExt cx="2286000" cy="2286000"/>
          </a:xfrm>
        </p:grpSpPr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0D8FB309-CDAF-4131-913F-0430523654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5332228" y="2286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F18D1D59-8489-4C6E-99DF-C260E93BEF4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270" t="25594" r="39078" b="68841"/>
            <a:stretch>
              <a:fillRect/>
            </a:stretch>
          </p:blipFill>
          <p:spPr>
            <a:xfrm>
              <a:off x="5521093" y="4001481"/>
              <a:ext cx="1908271" cy="381654"/>
            </a:xfrm>
            <a:custGeom>
              <a:avLst/>
              <a:gdLst>
                <a:gd name="connsiteX0" fmla="*/ 0 w 1908271"/>
                <a:gd name="connsiteY0" fmla="*/ 0 h 381654"/>
                <a:gd name="connsiteX1" fmla="*/ 1908271 w 1908271"/>
                <a:gd name="connsiteY1" fmla="*/ 0 h 381654"/>
                <a:gd name="connsiteX2" fmla="*/ 1908271 w 1908271"/>
                <a:gd name="connsiteY2" fmla="*/ 381654 h 381654"/>
                <a:gd name="connsiteX3" fmla="*/ 0 w 1908271"/>
                <a:gd name="connsiteY3" fmla="*/ 381654 h 381654"/>
                <a:gd name="connsiteX4" fmla="*/ 0 w 1908271"/>
                <a:gd name="connsiteY4" fmla="*/ 0 h 38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71" h="381654">
                  <a:moveTo>
                    <a:pt x="0" y="0"/>
                  </a:moveTo>
                  <a:lnTo>
                    <a:pt x="1908271" y="0"/>
                  </a:lnTo>
                  <a:lnTo>
                    <a:pt x="1908271" y="381654"/>
                  </a:lnTo>
                  <a:lnTo>
                    <a:pt x="0" y="381654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26A94AD0-B42D-424E-B8AE-E0A19329E51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270" t="14464" r="39078" b="79971"/>
            <a:stretch>
              <a:fillRect/>
            </a:stretch>
          </p:blipFill>
          <p:spPr>
            <a:xfrm>
              <a:off x="5521093" y="3238174"/>
              <a:ext cx="1908271" cy="381654"/>
            </a:xfrm>
            <a:custGeom>
              <a:avLst/>
              <a:gdLst>
                <a:gd name="connsiteX0" fmla="*/ 0 w 1908271"/>
                <a:gd name="connsiteY0" fmla="*/ 0 h 381654"/>
                <a:gd name="connsiteX1" fmla="*/ 1908271 w 1908271"/>
                <a:gd name="connsiteY1" fmla="*/ 0 h 381654"/>
                <a:gd name="connsiteX2" fmla="*/ 1908271 w 1908271"/>
                <a:gd name="connsiteY2" fmla="*/ 381654 h 381654"/>
                <a:gd name="connsiteX3" fmla="*/ 0 w 1908271"/>
                <a:gd name="connsiteY3" fmla="*/ 381654 h 381654"/>
                <a:gd name="connsiteX4" fmla="*/ 0 w 1908271"/>
                <a:gd name="connsiteY4" fmla="*/ 0 h 38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71" h="381654">
                  <a:moveTo>
                    <a:pt x="0" y="0"/>
                  </a:moveTo>
                  <a:lnTo>
                    <a:pt x="1908271" y="0"/>
                  </a:lnTo>
                  <a:lnTo>
                    <a:pt x="1908271" y="381654"/>
                  </a:lnTo>
                  <a:lnTo>
                    <a:pt x="0" y="381654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7CE8480A-D9E2-4F90-B8F2-E26B3350494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270" t="3333" r="39078" b="91102"/>
            <a:stretch>
              <a:fillRect/>
            </a:stretch>
          </p:blipFill>
          <p:spPr>
            <a:xfrm>
              <a:off x="5521093" y="2474866"/>
              <a:ext cx="1908271" cy="381654"/>
            </a:xfrm>
            <a:custGeom>
              <a:avLst/>
              <a:gdLst>
                <a:gd name="connsiteX0" fmla="*/ 0 w 1908271"/>
                <a:gd name="connsiteY0" fmla="*/ 0 h 381654"/>
                <a:gd name="connsiteX1" fmla="*/ 1908271 w 1908271"/>
                <a:gd name="connsiteY1" fmla="*/ 0 h 381654"/>
                <a:gd name="connsiteX2" fmla="*/ 1908271 w 1908271"/>
                <a:gd name="connsiteY2" fmla="*/ 381654 h 381654"/>
                <a:gd name="connsiteX3" fmla="*/ 0 w 1908271"/>
                <a:gd name="connsiteY3" fmla="*/ 381654 h 381654"/>
                <a:gd name="connsiteX4" fmla="*/ 0 w 1908271"/>
                <a:gd name="connsiteY4" fmla="*/ 0 h 38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71" h="381654">
                  <a:moveTo>
                    <a:pt x="0" y="0"/>
                  </a:moveTo>
                  <a:lnTo>
                    <a:pt x="1908271" y="0"/>
                  </a:lnTo>
                  <a:lnTo>
                    <a:pt x="1908271" y="381654"/>
                  </a:lnTo>
                  <a:lnTo>
                    <a:pt x="0" y="381654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6E4C3DA9-2EB3-4031-80E9-BA334637EF94}"/>
              </a:ext>
            </a:extLst>
          </p:cNvPr>
          <p:cNvGrpSpPr/>
          <p:nvPr userDrawn="1"/>
        </p:nvGrpSpPr>
        <p:grpSpPr>
          <a:xfrm>
            <a:off x="9906000" y="4572000"/>
            <a:ext cx="2286000" cy="2286000"/>
            <a:chOff x="3047915" y="4572000"/>
            <a:chExt cx="2286000" cy="2286000"/>
          </a:xfrm>
        </p:grpSpPr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C1929BA6-3E59-4FBE-ADDA-F6762178356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3047915" y="4572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7B2976E7-8943-4D1F-8F70-1C8CE0BB432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576" t="33336" r="39078" b="50000"/>
            <a:stretch>
              <a:fillRect/>
            </a:stretch>
          </p:blipFill>
          <p:spPr>
            <a:xfrm>
              <a:off x="3047915" y="4572000"/>
              <a:ext cx="1139461" cy="1142820"/>
            </a:xfrm>
            <a:custGeom>
              <a:avLst/>
              <a:gdLst>
                <a:gd name="connsiteX0" fmla="*/ 1139461 w 1139461"/>
                <a:gd name="connsiteY0" fmla="*/ 0 h 1142820"/>
                <a:gd name="connsiteX1" fmla="*/ 1139461 w 1139461"/>
                <a:gd name="connsiteY1" fmla="*/ 571678 h 1142820"/>
                <a:gd name="connsiteX2" fmla="*/ 1027823 w 1139461"/>
                <a:gd name="connsiteY2" fmla="*/ 582932 h 1142820"/>
                <a:gd name="connsiteX3" fmla="*/ 580426 w 1139461"/>
                <a:gd name="connsiteY3" fmla="*/ 1041656 h 1142820"/>
                <a:gd name="connsiteX4" fmla="*/ 571500 w 1139461"/>
                <a:gd name="connsiteY4" fmla="*/ 1142820 h 1142820"/>
                <a:gd name="connsiteX5" fmla="*/ 0 w 1139461"/>
                <a:gd name="connsiteY5" fmla="*/ 1142820 h 1142820"/>
                <a:gd name="connsiteX6" fmla="*/ 5192 w 1139461"/>
                <a:gd name="connsiteY6" fmla="*/ 1033167 h 1142820"/>
                <a:gd name="connsiteX7" fmla="*/ 1026135 w 1139461"/>
                <a:gd name="connsiteY7" fmla="*/ 5722 h 1142820"/>
                <a:gd name="connsiteX8" fmla="*/ 1139461 w 1139461"/>
                <a:gd name="connsiteY8" fmla="*/ 0 h 1142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9461" h="1142820">
                  <a:moveTo>
                    <a:pt x="1139461" y="0"/>
                  </a:moveTo>
                  <a:lnTo>
                    <a:pt x="1139461" y="571678"/>
                  </a:lnTo>
                  <a:lnTo>
                    <a:pt x="1027823" y="582932"/>
                  </a:lnTo>
                  <a:cubicBezTo>
                    <a:pt x="799953" y="629561"/>
                    <a:pt x="621483" y="811806"/>
                    <a:pt x="580426" y="1041656"/>
                  </a:cubicBezTo>
                  <a:lnTo>
                    <a:pt x="571500" y="1142820"/>
                  </a:lnTo>
                  <a:lnTo>
                    <a:pt x="0" y="1142820"/>
                  </a:lnTo>
                  <a:lnTo>
                    <a:pt x="5192" y="1033167"/>
                  </a:lnTo>
                  <a:cubicBezTo>
                    <a:pt x="56716" y="491842"/>
                    <a:pt x="485794" y="60597"/>
                    <a:pt x="1026135" y="5722"/>
                  </a:cubicBezTo>
                  <a:lnTo>
                    <a:pt x="1139461" y="0"/>
                  </a:lnTo>
                  <a:close/>
                </a:path>
              </a:pathLst>
            </a:custGeom>
          </p:spPr>
        </p:pic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0F3FC85E-9AFC-45D0-94B3-74F3545A779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t="26667" r="18750" b="66667"/>
            <a:stretch>
              <a:fillRect/>
            </a:stretch>
          </p:blipFill>
          <p:spPr>
            <a:xfrm>
              <a:off x="3047915" y="6400800"/>
              <a:ext cx="2286000" cy="457200"/>
            </a:xfrm>
            <a:custGeom>
              <a:avLst/>
              <a:gdLst>
                <a:gd name="connsiteX0" fmla="*/ 0 w 2286000"/>
                <a:gd name="connsiteY0" fmla="*/ 0 h 457200"/>
                <a:gd name="connsiteX1" fmla="*/ 2286000 w 2286000"/>
                <a:gd name="connsiteY1" fmla="*/ 0 h 457200"/>
                <a:gd name="connsiteX2" fmla="*/ 2286000 w 2286000"/>
                <a:gd name="connsiteY2" fmla="*/ 457200 h 457200"/>
                <a:gd name="connsiteX3" fmla="*/ 0 w 2286000"/>
                <a:gd name="connsiteY3" fmla="*/ 457200 h 457200"/>
                <a:gd name="connsiteX4" fmla="*/ 0 w 2286000"/>
                <a:gd name="connsiteY4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457200">
                  <a:moveTo>
                    <a:pt x="0" y="0"/>
                  </a:moveTo>
                  <a:lnTo>
                    <a:pt x="2286000" y="0"/>
                  </a:lnTo>
                  <a:lnTo>
                    <a:pt x="22860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42496834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PTM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A3B20522-7611-43A3-90E3-BE367CCB89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8" name="Graphic 3">
            <a:hlinkClick r:id="rId3"/>
            <a:extLst>
              <a:ext uri="{FF2B5EF4-FFF2-40B4-BE49-F238E27FC236}">
                <a16:creationId xmlns:a16="http://schemas.microsoft.com/office/drawing/2014/main" id="{426094DD-96C2-4BD6-9978-69C89B58A4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59" name="TextBox 58">
            <a:hlinkClick r:id="rId6"/>
            <a:extLst>
              <a:ext uri="{FF2B5EF4-FFF2-40B4-BE49-F238E27FC236}">
                <a16:creationId xmlns:a16="http://schemas.microsoft.com/office/drawing/2014/main" id="{B18AB9C1-8A84-4601-87D9-4B6C14492E0A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0CBE9DC-B8F1-47F5-A812-8EC5CB02CF60}"/>
              </a:ext>
            </a:extLst>
          </p:cNvPr>
          <p:cNvGrpSpPr/>
          <p:nvPr userDrawn="1"/>
        </p:nvGrpSpPr>
        <p:grpSpPr>
          <a:xfrm>
            <a:off x="9906000" y="4572000"/>
            <a:ext cx="2286000" cy="2286000"/>
            <a:chOff x="5332228" y="0"/>
            <a:chExt cx="2286000" cy="2286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340CAC2F-64A2-4059-B99B-797C0213B2E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5332228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7066FD1A-C5BE-4405-A6CF-81FAD6D98EE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6475228" y="1523628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F3694CE-2421-479A-83B4-DB74A7FDF0C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7045041" y="1523628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3681BC2-9CA7-4DDF-A792-C24D9E999BE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6471854" y="763740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2BCFBFC-6563-4C0F-8557-43CCFBD0A5E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5332228" y="1523628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B7125B9A-2F6A-4BC1-8340-C9F7FA51927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5902041" y="1523628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AFDE3BB6-C8EF-4003-924B-2FDDDCC56E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5332228" y="763740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FBAC7B-4B44-421E-908D-AF177A8CF9A4}"/>
              </a:ext>
            </a:extLst>
          </p:cNvPr>
          <p:cNvGrpSpPr/>
          <p:nvPr userDrawn="1"/>
        </p:nvGrpSpPr>
        <p:grpSpPr>
          <a:xfrm>
            <a:off x="0" y="0"/>
            <a:ext cx="2286000" cy="2286000"/>
            <a:chOff x="3047915" y="2286000"/>
            <a:chExt cx="2286000" cy="2286000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6AC59637-12FA-4B6B-B849-FF905F29883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3047915" y="2286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CDC3FC54-0E20-4BB8-903C-362331C6E85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4187542" y="3809628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9A325778-131D-434F-BAB1-8C0E367DB97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4187542" y="3047814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ECCD228A-0FC8-4EC6-A481-E38989F76F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4187542" y="2286000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F14DA431-B757-4501-9F46-6D71349C7B55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73564" b="66667"/>
            <a:stretch/>
          </p:blipFill>
          <p:spPr>
            <a:xfrm>
              <a:off x="3047915" y="2286000"/>
              <a:ext cx="1136254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9671D039-157D-418E-BA33-3679727304A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3047915" y="3809628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38A44EC2-07DC-41F4-BF8D-83EFFB85B03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3047915" y="3047814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709A2526-D4FA-4923-9AF4-3F401160E32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3047915" y="2286000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FBF81472-A5FD-41DD-9840-B99236564577}"/>
              </a:ext>
            </a:extLst>
          </p:cNvPr>
          <p:cNvGrpSpPr/>
          <p:nvPr userDrawn="1"/>
        </p:nvGrpSpPr>
        <p:grpSpPr>
          <a:xfrm rot="16200000">
            <a:off x="280" y="4571720"/>
            <a:ext cx="2286000" cy="2286559"/>
            <a:chOff x="762677" y="2285441"/>
            <a:chExt cx="2286000" cy="2286559"/>
          </a:xfrm>
        </p:grpSpPr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0291598E-8A73-4C03-A4BE-C49A1C674D9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2677" y="2286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EC92299F-7B66-458E-AFD9-5DD99E43772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847" t="83275" r="18901"/>
            <a:stretch/>
          </p:blipFill>
          <p:spPr>
            <a:xfrm>
              <a:off x="766851" y="2285441"/>
              <a:ext cx="1127905" cy="1147025"/>
            </a:xfrm>
            <a:custGeom>
              <a:avLst/>
              <a:gdLst>
                <a:gd name="connsiteX0" fmla="*/ 40 w 2286040"/>
                <a:gd name="connsiteY0" fmla="*/ 0 h 2285999"/>
                <a:gd name="connsiteX1" fmla="*/ 2286040 w 2286040"/>
                <a:gd name="connsiteY1" fmla="*/ 0 h 2285999"/>
                <a:gd name="connsiteX2" fmla="*/ 233770 w 2286040"/>
                <a:gd name="connsiteY2" fmla="*/ 2274198 h 2285999"/>
                <a:gd name="connsiteX3" fmla="*/ 60 w 2286040"/>
                <a:gd name="connsiteY3" fmla="*/ 2285999 h 2285999"/>
                <a:gd name="connsiteX4" fmla="*/ 20 w 2286040"/>
                <a:gd name="connsiteY4" fmla="*/ 2285999 h 2285999"/>
                <a:gd name="connsiteX5" fmla="*/ 0 w 2286040"/>
                <a:gd name="connsiteY5" fmla="*/ 2285998 h 2285999"/>
                <a:gd name="connsiteX6" fmla="*/ 40 w 2286040"/>
                <a:gd name="connsiteY6" fmla="*/ 2285998 h 2285999"/>
                <a:gd name="connsiteX7" fmla="*/ 40 w 2286040"/>
                <a:gd name="connsiteY7" fmla="*/ 0 h 2285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6040" h="2285999">
                  <a:moveTo>
                    <a:pt x="40" y="0"/>
                  </a:moveTo>
                  <a:lnTo>
                    <a:pt x="2286040" y="0"/>
                  </a:lnTo>
                  <a:cubicBezTo>
                    <a:pt x="2286040" y="1183616"/>
                    <a:pt x="1386500" y="2157132"/>
                    <a:pt x="233770" y="2274198"/>
                  </a:cubicBezTo>
                  <a:lnTo>
                    <a:pt x="60" y="2285999"/>
                  </a:lnTo>
                  <a:lnTo>
                    <a:pt x="20" y="2285999"/>
                  </a:lnTo>
                  <a:lnTo>
                    <a:pt x="0" y="2285998"/>
                  </a:lnTo>
                  <a:lnTo>
                    <a:pt x="40" y="2285998"/>
                  </a:lnTo>
                  <a:lnTo>
                    <a:pt x="40" y="0"/>
                  </a:lnTo>
                  <a:close/>
                </a:path>
              </a:pathLst>
            </a:custGeom>
          </p:spPr>
        </p:pic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15C49FC6-8487-4D07-A2CF-144948ED4EEC}"/>
              </a:ext>
            </a:extLst>
          </p:cNvPr>
          <p:cNvGrpSpPr/>
          <p:nvPr userDrawn="1"/>
        </p:nvGrpSpPr>
        <p:grpSpPr>
          <a:xfrm>
            <a:off x="9906000" y="0"/>
            <a:ext cx="2286000" cy="2286000"/>
            <a:chOff x="3047915" y="0"/>
            <a:chExt cx="2286000" cy="2286000"/>
          </a:xfrm>
        </p:grpSpPr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344B9827-FC81-4CCE-9640-369112ACB8F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3047915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5DF87C3D-19F6-4FED-A17D-BCA7101C796D}"/>
                </a:ext>
              </a:extLst>
            </p:cNvPr>
            <p:cNvGrpSpPr/>
            <p:nvPr userDrawn="1"/>
          </p:nvGrpSpPr>
          <p:grpSpPr>
            <a:xfrm>
              <a:off x="3493180" y="449192"/>
              <a:ext cx="1395471" cy="1387617"/>
              <a:chOff x="3507891" y="491718"/>
              <a:chExt cx="1395471" cy="1387617"/>
            </a:xfrm>
          </p:grpSpPr>
          <p:pic>
            <p:nvPicPr>
              <p:cNvPr id="29" name="그림 28">
                <a:extLst>
                  <a:ext uri="{FF2B5EF4-FFF2-40B4-BE49-F238E27FC236}">
                    <a16:creationId xmlns:a16="http://schemas.microsoft.com/office/drawing/2014/main" id="{21AA0E03-43E9-4B40-A296-CF1C56AE68D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3507891" y="491718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30" name="그림 29">
                <a:extLst>
                  <a:ext uri="{FF2B5EF4-FFF2-40B4-BE49-F238E27FC236}">
                    <a16:creationId xmlns:a16="http://schemas.microsoft.com/office/drawing/2014/main" id="{333A8CB1-2D85-4CDA-82F6-93E14A6685DA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4525670" y="491718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31" name="그림 30">
                <a:extLst>
                  <a:ext uri="{FF2B5EF4-FFF2-40B4-BE49-F238E27FC236}">
                    <a16:creationId xmlns:a16="http://schemas.microsoft.com/office/drawing/2014/main" id="{E36DACF2-C83E-4FF7-91EE-B0276669FF96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3507891" y="1501649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32" name="그림 31">
                <a:extLst>
                  <a:ext uri="{FF2B5EF4-FFF2-40B4-BE49-F238E27FC236}">
                    <a16:creationId xmlns:a16="http://schemas.microsoft.com/office/drawing/2014/main" id="{6B9F3338-C14C-4412-95E7-B42E508EE49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4525670" y="1501649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AAF4BE4B-595C-4AAA-86DB-2CEF7E9AE46B}"/>
              </a:ext>
            </a:extLst>
          </p:cNvPr>
          <p:cNvGrpSpPr/>
          <p:nvPr userDrawn="1"/>
        </p:nvGrpSpPr>
        <p:grpSpPr>
          <a:xfrm flipV="1">
            <a:off x="9904228" y="2286000"/>
            <a:ext cx="2287772" cy="2286001"/>
            <a:chOff x="760905" y="4571999"/>
            <a:chExt cx="2287772" cy="2286001"/>
          </a:xfrm>
        </p:grpSpPr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A29531C2-64A9-4DAC-A761-9797DAAD94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2677" y="4572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31B41FF3-EE9A-4EB1-B3C0-00B15DC66B1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799" t="83384" r="18950"/>
            <a:stretch/>
          </p:blipFill>
          <p:spPr>
            <a:xfrm>
              <a:off x="760905" y="4571999"/>
              <a:ext cx="1127905" cy="1139533"/>
            </a:xfrm>
            <a:custGeom>
              <a:avLst/>
              <a:gdLst>
                <a:gd name="connsiteX0" fmla="*/ 40 w 2286040"/>
                <a:gd name="connsiteY0" fmla="*/ 0 h 2285999"/>
                <a:gd name="connsiteX1" fmla="*/ 2286040 w 2286040"/>
                <a:gd name="connsiteY1" fmla="*/ 0 h 2285999"/>
                <a:gd name="connsiteX2" fmla="*/ 233770 w 2286040"/>
                <a:gd name="connsiteY2" fmla="*/ 2274198 h 2285999"/>
                <a:gd name="connsiteX3" fmla="*/ 60 w 2286040"/>
                <a:gd name="connsiteY3" fmla="*/ 2285999 h 2285999"/>
                <a:gd name="connsiteX4" fmla="*/ 20 w 2286040"/>
                <a:gd name="connsiteY4" fmla="*/ 2285999 h 2285999"/>
                <a:gd name="connsiteX5" fmla="*/ 0 w 2286040"/>
                <a:gd name="connsiteY5" fmla="*/ 2285998 h 2285999"/>
                <a:gd name="connsiteX6" fmla="*/ 40 w 2286040"/>
                <a:gd name="connsiteY6" fmla="*/ 2285998 h 2285999"/>
                <a:gd name="connsiteX7" fmla="*/ 40 w 2286040"/>
                <a:gd name="connsiteY7" fmla="*/ 0 h 2285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6040" h="2285999">
                  <a:moveTo>
                    <a:pt x="40" y="0"/>
                  </a:moveTo>
                  <a:lnTo>
                    <a:pt x="2286040" y="0"/>
                  </a:lnTo>
                  <a:cubicBezTo>
                    <a:pt x="2286040" y="1183616"/>
                    <a:pt x="1386500" y="2157132"/>
                    <a:pt x="233770" y="2274198"/>
                  </a:cubicBezTo>
                  <a:lnTo>
                    <a:pt x="60" y="2285999"/>
                  </a:lnTo>
                  <a:lnTo>
                    <a:pt x="20" y="2285999"/>
                  </a:lnTo>
                  <a:lnTo>
                    <a:pt x="0" y="2285998"/>
                  </a:lnTo>
                  <a:lnTo>
                    <a:pt x="40" y="2285998"/>
                  </a:lnTo>
                  <a:lnTo>
                    <a:pt x="40" y="0"/>
                  </a:lnTo>
                  <a:close/>
                </a:path>
              </a:pathLst>
            </a:custGeom>
          </p:spPr>
        </p:pic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31ED599-DD9D-42FA-AE79-9B75393C75BE}"/>
              </a:ext>
            </a:extLst>
          </p:cNvPr>
          <p:cNvGrpSpPr/>
          <p:nvPr userDrawn="1"/>
        </p:nvGrpSpPr>
        <p:grpSpPr>
          <a:xfrm>
            <a:off x="-20" y="2286000"/>
            <a:ext cx="2286040" cy="2286000"/>
            <a:chOff x="7619960" y="4572000"/>
            <a:chExt cx="2286040" cy="2286000"/>
          </a:xfrm>
        </p:grpSpPr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F7198EED-0E98-4F5D-A557-E557C32035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20000" y="4572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F7E33524-D03B-45C7-9443-4703C82C920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t="66667" r="18750"/>
            <a:stretch>
              <a:fillRect/>
            </a:stretch>
          </p:blipFill>
          <p:spPr>
            <a:xfrm flipH="1">
              <a:off x="7619960" y="4572000"/>
              <a:ext cx="2286040" cy="2285999"/>
            </a:xfrm>
            <a:custGeom>
              <a:avLst/>
              <a:gdLst>
                <a:gd name="connsiteX0" fmla="*/ 40 w 2286040"/>
                <a:gd name="connsiteY0" fmla="*/ 0 h 2285999"/>
                <a:gd name="connsiteX1" fmla="*/ 2286040 w 2286040"/>
                <a:gd name="connsiteY1" fmla="*/ 0 h 2285999"/>
                <a:gd name="connsiteX2" fmla="*/ 233770 w 2286040"/>
                <a:gd name="connsiteY2" fmla="*/ 2274198 h 2285999"/>
                <a:gd name="connsiteX3" fmla="*/ 60 w 2286040"/>
                <a:gd name="connsiteY3" fmla="*/ 2285999 h 2285999"/>
                <a:gd name="connsiteX4" fmla="*/ 20 w 2286040"/>
                <a:gd name="connsiteY4" fmla="*/ 2285999 h 2285999"/>
                <a:gd name="connsiteX5" fmla="*/ 0 w 2286040"/>
                <a:gd name="connsiteY5" fmla="*/ 2285998 h 2285999"/>
                <a:gd name="connsiteX6" fmla="*/ 40 w 2286040"/>
                <a:gd name="connsiteY6" fmla="*/ 2285998 h 2285999"/>
                <a:gd name="connsiteX7" fmla="*/ 40 w 2286040"/>
                <a:gd name="connsiteY7" fmla="*/ 0 h 2285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6040" h="2285999">
                  <a:moveTo>
                    <a:pt x="40" y="0"/>
                  </a:moveTo>
                  <a:lnTo>
                    <a:pt x="2286040" y="0"/>
                  </a:lnTo>
                  <a:cubicBezTo>
                    <a:pt x="2286040" y="1183616"/>
                    <a:pt x="1386500" y="2157132"/>
                    <a:pt x="233770" y="2274198"/>
                  </a:cubicBezTo>
                  <a:lnTo>
                    <a:pt x="60" y="2285999"/>
                  </a:lnTo>
                  <a:lnTo>
                    <a:pt x="20" y="2285999"/>
                  </a:lnTo>
                  <a:lnTo>
                    <a:pt x="0" y="2285998"/>
                  </a:lnTo>
                  <a:lnTo>
                    <a:pt x="40" y="2285998"/>
                  </a:lnTo>
                  <a:lnTo>
                    <a:pt x="40" y="0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2499220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7" name="그림 136">
            <a:extLst>
              <a:ext uri="{FF2B5EF4-FFF2-40B4-BE49-F238E27FC236}">
                <a16:creationId xmlns:a16="http://schemas.microsoft.com/office/drawing/2014/main" id="{8D093A07-4944-4620-809D-EBA454B7F481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66667" r="18750"/>
          <a:stretch>
            <a:fillRect/>
          </a:stretch>
        </p:blipFill>
        <p:spPr>
          <a:xfrm flipH="1">
            <a:off x="9905960" y="0"/>
            <a:ext cx="2286040" cy="2285999"/>
          </a:xfrm>
          <a:custGeom>
            <a:avLst/>
            <a:gdLst>
              <a:gd name="connsiteX0" fmla="*/ 40 w 2286040"/>
              <a:gd name="connsiteY0" fmla="*/ 0 h 2285999"/>
              <a:gd name="connsiteX1" fmla="*/ 2286040 w 2286040"/>
              <a:gd name="connsiteY1" fmla="*/ 0 h 2285999"/>
              <a:gd name="connsiteX2" fmla="*/ 233770 w 2286040"/>
              <a:gd name="connsiteY2" fmla="*/ 2274198 h 2285999"/>
              <a:gd name="connsiteX3" fmla="*/ 60 w 2286040"/>
              <a:gd name="connsiteY3" fmla="*/ 2285999 h 2285999"/>
              <a:gd name="connsiteX4" fmla="*/ 20 w 2286040"/>
              <a:gd name="connsiteY4" fmla="*/ 2285999 h 2285999"/>
              <a:gd name="connsiteX5" fmla="*/ 0 w 2286040"/>
              <a:gd name="connsiteY5" fmla="*/ 2285998 h 2285999"/>
              <a:gd name="connsiteX6" fmla="*/ 40 w 2286040"/>
              <a:gd name="connsiteY6" fmla="*/ 2285998 h 2285999"/>
              <a:gd name="connsiteX7" fmla="*/ 40 w 2286040"/>
              <a:gd name="connsiteY7" fmla="*/ 0 h 228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6040" h="2285999">
                <a:moveTo>
                  <a:pt x="40" y="0"/>
                </a:moveTo>
                <a:lnTo>
                  <a:pt x="2286040" y="0"/>
                </a:lnTo>
                <a:cubicBezTo>
                  <a:pt x="2286040" y="1183616"/>
                  <a:pt x="1386500" y="2157132"/>
                  <a:pt x="233770" y="2274198"/>
                </a:cubicBezTo>
                <a:lnTo>
                  <a:pt x="60" y="2285999"/>
                </a:lnTo>
                <a:lnTo>
                  <a:pt x="20" y="2285999"/>
                </a:lnTo>
                <a:lnTo>
                  <a:pt x="0" y="2285998"/>
                </a:lnTo>
                <a:lnTo>
                  <a:pt x="40" y="2285998"/>
                </a:lnTo>
                <a:lnTo>
                  <a:pt x="40" y="0"/>
                </a:lnTo>
                <a:close/>
              </a:path>
            </a:pathLst>
          </a:custGeom>
        </p:spPr>
      </p:pic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081C955D-6A92-447C-8F8B-E353C77E4DDF}"/>
              </a:ext>
            </a:extLst>
          </p:cNvPr>
          <p:cNvGrpSpPr/>
          <p:nvPr userDrawn="1"/>
        </p:nvGrpSpPr>
        <p:grpSpPr>
          <a:xfrm flipH="1">
            <a:off x="0" y="4571442"/>
            <a:ext cx="1928664" cy="2286558"/>
            <a:chOff x="5770129" y="4442085"/>
            <a:chExt cx="1928664" cy="2286558"/>
          </a:xfrm>
        </p:grpSpPr>
        <p:grpSp>
          <p:nvGrpSpPr>
            <p:cNvPr id="139" name="그룹 138">
              <a:extLst>
                <a:ext uri="{FF2B5EF4-FFF2-40B4-BE49-F238E27FC236}">
                  <a16:creationId xmlns:a16="http://schemas.microsoft.com/office/drawing/2014/main" id="{089CBE8D-1877-4CF4-915B-CDCC740EFDB9}"/>
                </a:ext>
              </a:extLst>
            </p:cNvPr>
            <p:cNvGrpSpPr/>
            <p:nvPr userDrawn="1"/>
          </p:nvGrpSpPr>
          <p:grpSpPr>
            <a:xfrm>
              <a:off x="6552420" y="4442085"/>
              <a:ext cx="1146373" cy="2286558"/>
              <a:chOff x="8269092" y="2285441"/>
              <a:chExt cx="1146373" cy="2286558"/>
            </a:xfrm>
          </p:grpSpPr>
          <p:pic>
            <p:nvPicPr>
              <p:cNvPr id="141" name="그림 140">
                <a:extLst>
                  <a:ext uri="{FF2B5EF4-FFF2-40B4-BE49-F238E27FC236}">
                    <a16:creationId xmlns:a16="http://schemas.microsoft.com/office/drawing/2014/main" id="{611C371A-D160-4EA1-9EF6-9C2B2C3710B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3809627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  <p:pic>
            <p:nvPicPr>
              <p:cNvPr id="142" name="그림 141">
                <a:extLst>
                  <a:ext uri="{FF2B5EF4-FFF2-40B4-BE49-F238E27FC236}">
                    <a16:creationId xmlns:a16="http://schemas.microsoft.com/office/drawing/2014/main" id="{71C9BC3E-AA84-4098-87EB-0B4A9C44D88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3052238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  <p:pic>
            <p:nvPicPr>
              <p:cNvPr id="143" name="그림 142">
                <a:extLst>
                  <a:ext uri="{FF2B5EF4-FFF2-40B4-BE49-F238E27FC236}">
                    <a16:creationId xmlns:a16="http://schemas.microsoft.com/office/drawing/2014/main" id="{12FE5C42-7B60-42E1-893C-AF8BB834B0F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2285441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</p:grpSp>
        <p:pic>
          <p:nvPicPr>
            <p:cNvPr id="140" name="그림 139">
              <a:extLst>
                <a:ext uri="{FF2B5EF4-FFF2-40B4-BE49-F238E27FC236}">
                  <a16:creationId xmlns:a16="http://schemas.microsoft.com/office/drawing/2014/main" id="{90BD47B9-9CFB-4A8D-A4EF-3E60EC5ACDF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595" t="66667" r="56307" b="27826"/>
            <a:stretch>
              <a:fillRect/>
            </a:stretch>
          </p:blipFill>
          <p:spPr>
            <a:xfrm>
              <a:off x="5770129" y="4634428"/>
              <a:ext cx="377692" cy="377686"/>
            </a:xfrm>
            <a:custGeom>
              <a:avLst/>
              <a:gdLst>
                <a:gd name="connsiteX0" fmla="*/ 188846 w 377692"/>
                <a:gd name="connsiteY0" fmla="*/ 0 h 377686"/>
                <a:gd name="connsiteX1" fmla="*/ 377692 w 377692"/>
                <a:gd name="connsiteY1" fmla="*/ 188843 h 377686"/>
                <a:gd name="connsiteX2" fmla="*/ 188846 w 377692"/>
                <a:gd name="connsiteY2" fmla="*/ 377686 h 377686"/>
                <a:gd name="connsiteX3" fmla="*/ 0 w 377692"/>
                <a:gd name="connsiteY3" fmla="*/ 188843 h 377686"/>
                <a:gd name="connsiteX4" fmla="*/ 188846 w 377692"/>
                <a:gd name="connsiteY4" fmla="*/ 0 h 377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692" h="377686">
                  <a:moveTo>
                    <a:pt x="188846" y="0"/>
                  </a:moveTo>
                  <a:cubicBezTo>
                    <a:pt x="293143" y="0"/>
                    <a:pt x="377692" y="84548"/>
                    <a:pt x="377692" y="188843"/>
                  </a:cubicBezTo>
                  <a:cubicBezTo>
                    <a:pt x="377692" y="293138"/>
                    <a:pt x="293143" y="377686"/>
                    <a:pt x="188846" y="377686"/>
                  </a:cubicBezTo>
                  <a:cubicBezTo>
                    <a:pt x="84549" y="377686"/>
                    <a:pt x="0" y="293138"/>
                    <a:pt x="0" y="188843"/>
                  </a:cubicBezTo>
                  <a:cubicBezTo>
                    <a:pt x="0" y="84548"/>
                    <a:pt x="84549" y="0"/>
                    <a:pt x="188846" y="0"/>
                  </a:cubicBezTo>
                  <a:close/>
                </a:path>
              </a:pathLst>
            </a:cu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1C1425C-E412-EBBB-719F-3A76CD5C3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4135782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7" name="그림 136">
            <a:extLst>
              <a:ext uri="{FF2B5EF4-FFF2-40B4-BE49-F238E27FC236}">
                <a16:creationId xmlns:a16="http://schemas.microsoft.com/office/drawing/2014/main" id="{8D093A07-4944-4620-809D-EBA454B7F481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66667" r="18750"/>
          <a:stretch>
            <a:fillRect/>
          </a:stretch>
        </p:blipFill>
        <p:spPr>
          <a:xfrm flipH="1">
            <a:off x="9905960" y="0"/>
            <a:ext cx="2286040" cy="2285999"/>
          </a:xfrm>
          <a:custGeom>
            <a:avLst/>
            <a:gdLst>
              <a:gd name="connsiteX0" fmla="*/ 40 w 2286040"/>
              <a:gd name="connsiteY0" fmla="*/ 0 h 2285999"/>
              <a:gd name="connsiteX1" fmla="*/ 2286040 w 2286040"/>
              <a:gd name="connsiteY1" fmla="*/ 0 h 2285999"/>
              <a:gd name="connsiteX2" fmla="*/ 233770 w 2286040"/>
              <a:gd name="connsiteY2" fmla="*/ 2274198 h 2285999"/>
              <a:gd name="connsiteX3" fmla="*/ 60 w 2286040"/>
              <a:gd name="connsiteY3" fmla="*/ 2285999 h 2285999"/>
              <a:gd name="connsiteX4" fmla="*/ 20 w 2286040"/>
              <a:gd name="connsiteY4" fmla="*/ 2285999 h 2285999"/>
              <a:gd name="connsiteX5" fmla="*/ 0 w 2286040"/>
              <a:gd name="connsiteY5" fmla="*/ 2285998 h 2285999"/>
              <a:gd name="connsiteX6" fmla="*/ 40 w 2286040"/>
              <a:gd name="connsiteY6" fmla="*/ 2285998 h 2285999"/>
              <a:gd name="connsiteX7" fmla="*/ 40 w 2286040"/>
              <a:gd name="connsiteY7" fmla="*/ 0 h 228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6040" h="2285999">
                <a:moveTo>
                  <a:pt x="40" y="0"/>
                </a:moveTo>
                <a:lnTo>
                  <a:pt x="2286040" y="0"/>
                </a:lnTo>
                <a:cubicBezTo>
                  <a:pt x="2286040" y="1183616"/>
                  <a:pt x="1386500" y="2157132"/>
                  <a:pt x="233770" y="2274198"/>
                </a:cubicBezTo>
                <a:lnTo>
                  <a:pt x="60" y="2285999"/>
                </a:lnTo>
                <a:lnTo>
                  <a:pt x="20" y="2285999"/>
                </a:lnTo>
                <a:lnTo>
                  <a:pt x="0" y="2285998"/>
                </a:lnTo>
                <a:lnTo>
                  <a:pt x="40" y="2285998"/>
                </a:lnTo>
                <a:lnTo>
                  <a:pt x="40" y="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C1425C-E412-EBBB-719F-3A76CD5C3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7977710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DBBFB36-4C19-4959-A075-04ADC2C9DAA6}"/>
              </a:ext>
            </a:extLst>
          </p:cNvPr>
          <p:cNvGrpSpPr/>
          <p:nvPr userDrawn="1"/>
        </p:nvGrpSpPr>
        <p:grpSpPr>
          <a:xfrm flipH="1">
            <a:off x="188864" y="188866"/>
            <a:ext cx="1908271" cy="1144962"/>
            <a:chOff x="5521093" y="8113852"/>
            <a:chExt cx="1908271" cy="1144962"/>
          </a:xfrm>
        </p:grpSpPr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D244B1FD-8D07-4A5B-9A05-262588ACD90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270" t="14464" r="39078" b="79971"/>
            <a:stretch>
              <a:fillRect/>
            </a:stretch>
          </p:blipFill>
          <p:spPr>
            <a:xfrm>
              <a:off x="5521093" y="8877160"/>
              <a:ext cx="1908271" cy="381654"/>
            </a:xfrm>
            <a:custGeom>
              <a:avLst/>
              <a:gdLst>
                <a:gd name="connsiteX0" fmla="*/ 0 w 1908271"/>
                <a:gd name="connsiteY0" fmla="*/ 0 h 381654"/>
                <a:gd name="connsiteX1" fmla="*/ 1908271 w 1908271"/>
                <a:gd name="connsiteY1" fmla="*/ 0 h 381654"/>
                <a:gd name="connsiteX2" fmla="*/ 1908271 w 1908271"/>
                <a:gd name="connsiteY2" fmla="*/ 381654 h 381654"/>
                <a:gd name="connsiteX3" fmla="*/ 0 w 1908271"/>
                <a:gd name="connsiteY3" fmla="*/ 381654 h 381654"/>
                <a:gd name="connsiteX4" fmla="*/ 0 w 1908271"/>
                <a:gd name="connsiteY4" fmla="*/ 0 h 38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71" h="381654">
                  <a:moveTo>
                    <a:pt x="0" y="0"/>
                  </a:moveTo>
                  <a:lnTo>
                    <a:pt x="1908271" y="0"/>
                  </a:lnTo>
                  <a:lnTo>
                    <a:pt x="1908271" y="381654"/>
                  </a:lnTo>
                  <a:lnTo>
                    <a:pt x="0" y="381654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6E7257AF-2449-4E12-929B-727EC6B203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270" t="3333" r="39078" b="91102"/>
            <a:stretch>
              <a:fillRect/>
            </a:stretch>
          </p:blipFill>
          <p:spPr>
            <a:xfrm>
              <a:off x="5521093" y="8113852"/>
              <a:ext cx="1908271" cy="381654"/>
            </a:xfrm>
            <a:custGeom>
              <a:avLst/>
              <a:gdLst>
                <a:gd name="connsiteX0" fmla="*/ 0 w 1908271"/>
                <a:gd name="connsiteY0" fmla="*/ 0 h 381654"/>
                <a:gd name="connsiteX1" fmla="*/ 1908271 w 1908271"/>
                <a:gd name="connsiteY1" fmla="*/ 0 h 381654"/>
                <a:gd name="connsiteX2" fmla="*/ 1908271 w 1908271"/>
                <a:gd name="connsiteY2" fmla="*/ 381654 h 381654"/>
                <a:gd name="connsiteX3" fmla="*/ 0 w 1908271"/>
                <a:gd name="connsiteY3" fmla="*/ 381654 h 381654"/>
                <a:gd name="connsiteX4" fmla="*/ 0 w 1908271"/>
                <a:gd name="connsiteY4" fmla="*/ 0 h 38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71" h="381654">
                  <a:moveTo>
                    <a:pt x="0" y="0"/>
                  </a:moveTo>
                  <a:lnTo>
                    <a:pt x="1908271" y="0"/>
                  </a:lnTo>
                  <a:lnTo>
                    <a:pt x="1908271" y="381654"/>
                  </a:lnTo>
                  <a:lnTo>
                    <a:pt x="0" y="381654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4C8D756-629A-4252-AD0C-5DA7E2DD520A}"/>
              </a:ext>
            </a:extLst>
          </p:cNvPr>
          <p:cNvGrpSpPr/>
          <p:nvPr userDrawn="1"/>
        </p:nvGrpSpPr>
        <p:grpSpPr>
          <a:xfrm flipH="1">
            <a:off x="9906000" y="5335739"/>
            <a:ext cx="2286000" cy="1522261"/>
            <a:chOff x="5159384" y="-2212485"/>
            <a:chExt cx="2286000" cy="1522261"/>
          </a:xfrm>
        </p:grpSpPr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5D4874E6-B64D-484D-ADB6-1D50C436875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t="11137" r="64134" b="66666"/>
            <a:stretch/>
          </p:blipFill>
          <p:spPr>
            <a:xfrm>
              <a:off x="5159384" y="-2212485"/>
              <a:ext cx="2286000" cy="152226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3C6C4097-36B6-475F-9AC8-FD98A25CF25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6302384" y="-1452596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25B127B2-8AFA-4C3E-A8FE-6D5D3BFEAEB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6872197" y="-1452596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6A106D9C-EF0D-4102-B002-15BB10A9234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6299010" y="-2212484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625FCD7C-BBD4-41C0-A82F-E5159EC42E3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5159384" y="-1452596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1087D0E1-0CFD-485C-801F-B4958BC0922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5729197" y="-1452596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82910FAD-56ED-4CC6-A38A-B226F94A817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5159384" y="-2212484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4732E74B-FF2B-5B7D-4E19-ACB1E0974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185023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EA829D81-76A9-4D47-B8EF-22769079F597}"/>
              </a:ext>
            </a:extLst>
          </p:cNvPr>
          <p:cNvGrpSpPr/>
          <p:nvPr userDrawn="1"/>
        </p:nvGrpSpPr>
        <p:grpSpPr>
          <a:xfrm flipH="1">
            <a:off x="10094866" y="188866"/>
            <a:ext cx="1908268" cy="1908268"/>
            <a:chOff x="-2475042" y="-1253046"/>
            <a:chExt cx="1908268" cy="1908268"/>
          </a:xfrm>
        </p:grpSpPr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583E9682-32D4-4984-87F3-D3DE14CFAB8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2799" t="69050" r="1549" b="3125"/>
            <a:stretch>
              <a:fillRect/>
            </a:stretch>
          </p:blipFill>
          <p:spPr>
            <a:xfrm>
              <a:off x="-2475042" y="-1253046"/>
              <a:ext cx="1908268" cy="1908268"/>
            </a:xfrm>
            <a:custGeom>
              <a:avLst/>
              <a:gdLst>
                <a:gd name="connsiteX0" fmla="*/ 954134 w 1908268"/>
                <a:gd name="connsiteY0" fmla="*/ 0 h 1908268"/>
                <a:gd name="connsiteX1" fmla="*/ 1908268 w 1908268"/>
                <a:gd name="connsiteY1" fmla="*/ 954134 h 1908268"/>
                <a:gd name="connsiteX2" fmla="*/ 954134 w 1908268"/>
                <a:gd name="connsiteY2" fmla="*/ 1908268 h 1908268"/>
                <a:gd name="connsiteX3" fmla="*/ 0 w 1908268"/>
                <a:gd name="connsiteY3" fmla="*/ 954134 h 1908268"/>
                <a:gd name="connsiteX4" fmla="*/ 954134 w 1908268"/>
                <a:gd name="connsiteY4" fmla="*/ 0 h 1908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68" h="1908268">
                  <a:moveTo>
                    <a:pt x="954134" y="0"/>
                  </a:moveTo>
                  <a:cubicBezTo>
                    <a:pt x="1481088" y="0"/>
                    <a:pt x="1908268" y="427180"/>
                    <a:pt x="1908268" y="954134"/>
                  </a:cubicBezTo>
                  <a:cubicBezTo>
                    <a:pt x="1908268" y="1481088"/>
                    <a:pt x="1481088" y="1908268"/>
                    <a:pt x="954134" y="1908268"/>
                  </a:cubicBezTo>
                  <a:cubicBezTo>
                    <a:pt x="427180" y="1908268"/>
                    <a:pt x="0" y="1481088"/>
                    <a:pt x="0" y="954134"/>
                  </a:cubicBezTo>
                  <a:cubicBezTo>
                    <a:pt x="0" y="427180"/>
                    <a:pt x="427180" y="0"/>
                    <a:pt x="954134" y="0"/>
                  </a:cubicBezTo>
                  <a:close/>
                </a:path>
              </a:pathLst>
            </a:cu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EE735A46-7F27-4C14-9743-1370F977A9E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543" t="66667" r="68204" b="22217"/>
            <a:stretch>
              <a:fillRect/>
            </a:stretch>
          </p:blipFill>
          <p:spPr>
            <a:xfrm>
              <a:off x="-1902099" y="-680097"/>
              <a:ext cx="762382" cy="762370"/>
            </a:xfrm>
            <a:custGeom>
              <a:avLst/>
              <a:gdLst>
                <a:gd name="connsiteX0" fmla="*/ 381191 w 762382"/>
                <a:gd name="connsiteY0" fmla="*/ 0 h 762370"/>
                <a:gd name="connsiteX1" fmla="*/ 762382 w 762382"/>
                <a:gd name="connsiteY1" fmla="*/ 381185 h 762370"/>
                <a:gd name="connsiteX2" fmla="*/ 381191 w 762382"/>
                <a:gd name="connsiteY2" fmla="*/ 762370 h 762370"/>
                <a:gd name="connsiteX3" fmla="*/ 0 w 762382"/>
                <a:gd name="connsiteY3" fmla="*/ 381185 h 762370"/>
                <a:gd name="connsiteX4" fmla="*/ 381191 w 762382"/>
                <a:gd name="connsiteY4" fmla="*/ 0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82" h="762370">
                  <a:moveTo>
                    <a:pt x="381191" y="0"/>
                  </a:moveTo>
                  <a:cubicBezTo>
                    <a:pt x="591717" y="0"/>
                    <a:pt x="762382" y="170662"/>
                    <a:pt x="762382" y="381185"/>
                  </a:cubicBezTo>
                  <a:cubicBezTo>
                    <a:pt x="762382" y="591708"/>
                    <a:pt x="591717" y="762370"/>
                    <a:pt x="381191" y="762370"/>
                  </a:cubicBezTo>
                  <a:cubicBezTo>
                    <a:pt x="170665" y="762370"/>
                    <a:pt x="0" y="591708"/>
                    <a:pt x="0" y="381185"/>
                  </a:cubicBezTo>
                  <a:cubicBezTo>
                    <a:pt x="0" y="170662"/>
                    <a:pt x="170665" y="0"/>
                    <a:pt x="381191" y="0"/>
                  </a:cubicBezTo>
                  <a:close/>
                </a:path>
              </a:pathLst>
            </a:custGeom>
          </p:spPr>
        </p:pic>
      </p:grpSp>
      <p:pic>
        <p:nvPicPr>
          <p:cNvPr id="31" name="그림 30">
            <a:extLst>
              <a:ext uri="{FF2B5EF4-FFF2-40B4-BE49-F238E27FC236}">
                <a16:creationId xmlns:a16="http://schemas.microsoft.com/office/drawing/2014/main" id="{A4368382-7906-405A-AB63-9437B6C766BF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FF2B6EE7-E700-43C3-82C0-8ACBE20B9B99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5333814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571562DE-CE87-4E2F-AE51-CFD396FD471F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4572000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83B8272F-CEFD-400C-9BFE-52D1AA9B97A3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1139627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F54F5278-9C39-4FE4-96F7-1D66C1AF9CDC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1139627" y="5333814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E0208E67-D42E-4437-BB4C-DE4523142C79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1139627" y="4572000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589746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5150743-74FD-4E42-9B91-38ABABE6D1B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66667" r="18750"/>
          <a:stretch>
            <a:fillRect/>
          </a:stretch>
        </p:blipFill>
        <p:spPr>
          <a:xfrm>
            <a:off x="0" y="0"/>
            <a:ext cx="2286040" cy="2285999"/>
          </a:xfrm>
          <a:custGeom>
            <a:avLst/>
            <a:gdLst>
              <a:gd name="connsiteX0" fmla="*/ 40 w 2286040"/>
              <a:gd name="connsiteY0" fmla="*/ 0 h 2285999"/>
              <a:gd name="connsiteX1" fmla="*/ 2286040 w 2286040"/>
              <a:gd name="connsiteY1" fmla="*/ 0 h 2285999"/>
              <a:gd name="connsiteX2" fmla="*/ 233770 w 2286040"/>
              <a:gd name="connsiteY2" fmla="*/ 2274198 h 2285999"/>
              <a:gd name="connsiteX3" fmla="*/ 60 w 2286040"/>
              <a:gd name="connsiteY3" fmla="*/ 2285999 h 2285999"/>
              <a:gd name="connsiteX4" fmla="*/ 20 w 2286040"/>
              <a:gd name="connsiteY4" fmla="*/ 2285999 h 2285999"/>
              <a:gd name="connsiteX5" fmla="*/ 0 w 2286040"/>
              <a:gd name="connsiteY5" fmla="*/ 2285998 h 2285999"/>
              <a:gd name="connsiteX6" fmla="*/ 40 w 2286040"/>
              <a:gd name="connsiteY6" fmla="*/ 2285998 h 2285999"/>
              <a:gd name="connsiteX7" fmla="*/ 40 w 2286040"/>
              <a:gd name="connsiteY7" fmla="*/ 0 h 228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6040" h="2285999">
                <a:moveTo>
                  <a:pt x="40" y="0"/>
                </a:moveTo>
                <a:lnTo>
                  <a:pt x="2286040" y="0"/>
                </a:lnTo>
                <a:cubicBezTo>
                  <a:pt x="2286040" y="1183616"/>
                  <a:pt x="1386500" y="2157132"/>
                  <a:pt x="233770" y="2274198"/>
                </a:cubicBezTo>
                <a:lnTo>
                  <a:pt x="60" y="2285999"/>
                </a:lnTo>
                <a:lnTo>
                  <a:pt x="20" y="2285999"/>
                </a:lnTo>
                <a:lnTo>
                  <a:pt x="0" y="2285998"/>
                </a:lnTo>
                <a:lnTo>
                  <a:pt x="40" y="2285998"/>
                </a:lnTo>
                <a:lnTo>
                  <a:pt x="40" y="0"/>
                </a:lnTo>
                <a:close/>
              </a:path>
            </a:pathLst>
          </a:cu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1EFC70AB-2991-434F-A8A2-DD648A458975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26667" r="18750" b="66667"/>
          <a:stretch>
            <a:fillRect/>
          </a:stretch>
        </p:blipFill>
        <p:spPr>
          <a:xfrm>
            <a:off x="9906000" y="6400800"/>
            <a:ext cx="2286000" cy="457200"/>
          </a:xfrm>
          <a:custGeom>
            <a:avLst/>
            <a:gdLst>
              <a:gd name="connsiteX0" fmla="*/ 0 w 2286000"/>
              <a:gd name="connsiteY0" fmla="*/ 0 h 457200"/>
              <a:gd name="connsiteX1" fmla="*/ 2286000 w 2286000"/>
              <a:gd name="connsiteY1" fmla="*/ 0 h 457200"/>
              <a:gd name="connsiteX2" fmla="*/ 2286000 w 2286000"/>
              <a:gd name="connsiteY2" fmla="*/ 457200 h 457200"/>
              <a:gd name="connsiteX3" fmla="*/ 0 w 2286000"/>
              <a:gd name="connsiteY3" fmla="*/ 457200 h 457200"/>
              <a:gd name="connsiteX4" fmla="*/ 0 w 2286000"/>
              <a:gd name="connsiteY4" fmla="*/ 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457200">
                <a:moveTo>
                  <a:pt x="0" y="0"/>
                </a:moveTo>
                <a:lnTo>
                  <a:pt x="2286000" y="0"/>
                </a:lnTo>
                <a:lnTo>
                  <a:pt x="22860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78" name="그림 77">
            <a:extLst>
              <a:ext uri="{FF2B5EF4-FFF2-40B4-BE49-F238E27FC236}">
                <a16:creationId xmlns:a16="http://schemas.microsoft.com/office/drawing/2014/main" id="{99711EBD-703D-42B6-9CE9-E2092E74CFF6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>
            <a:off x="11052539" y="4794904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197474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682B02B-BFC9-4542-935F-EEDCB0565D6D}"/>
              </a:ext>
            </a:extLst>
          </p:cNvPr>
          <p:cNvGrpSpPr/>
          <p:nvPr userDrawn="1"/>
        </p:nvGrpSpPr>
        <p:grpSpPr>
          <a:xfrm>
            <a:off x="9906000" y="0"/>
            <a:ext cx="2286000" cy="2286000"/>
            <a:chOff x="2857278" y="-2996119"/>
            <a:chExt cx="2286000" cy="2286000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0D00D7FD-8049-4919-BB29-E8BABAD6A0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2857278" y="-2996119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371DB17C-7DD9-47A9-B98F-C6E758849C4C}"/>
                </a:ext>
              </a:extLst>
            </p:cNvPr>
            <p:cNvGrpSpPr/>
            <p:nvPr userDrawn="1"/>
          </p:nvGrpSpPr>
          <p:grpSpPr>
            <a:xfrm>
              <a:off x="3302543" y="-2546927"/>
              <a:ext cx="1395471" cy="1387617"/>
              <a:chOff x="3507891" y="491718"/>
              <a:chExt cx="1395471" cy="1387617"/>
            </a:xfrm>
          </p:grpSpPr>
          <p:pic>
            <p:nvPicPr>
              <p:cNvPr id="47" name="그림 46">
                <a:extLst>
                  <a:ext uri="{FF2B5EF4-FFF2-40B4-BE49-F238E27FC236}">
                    <a16:creationId xmlns:a16="http://schemas.microsoft.com/office/drawing/2014/main" id="{1883518E-EECD-4CB2-86EE-86E5033285E1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3507891" y="491718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48" name="그림 47">
                <a:extLst>
                  <a:ext uri="{FF2B5EF4-FFF2-40B4-BE49-F238E27FC236}">
                    <a16:creationId xmlns:a16="http://schemas.microsoft.com/office/drawing/2014/main" id="{520A19D2-9CE0-4A32-8AAE-FAE601FB6C1D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4525670" y="491718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49" name="그림 48">
                <a:extLst>
                  <a:ext uri="{FF2B5EF4-FFF2-40B4-BE49-F238E27FC236}">
                    <a16:creationId xmlns:a16="http://schemas.microsoft.com/office/drawing/2014/main" id="{68DA7213-55F4-49B6-A320-753ED9D90241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3507891" y="1501649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50" name="그림 49">
                <a:extLst>
                  <a:ext uri="{FF2B5EF4-FFF2-40B4-BE49-F238E27FC236}">
                    <a16:creationId xmlns:a16="http://schemas.microsoft.com/office/drawing/2014/main" id="{20F84AC0-60CA-4FBD-9448-06D3CFE60B1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4525670" y="1501649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</p:grp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36B99EA8-E0DC-48C6-8DEE-32A5F33DEB8F}"/>
              </a:ext>
            </a:extLst>
          </p:cNvPr>
          <p:cNvGrpSpPr/>
          <p:nvPr userDrawn="1"/>
        </p:nvGrpSpPr>
        <p:grpSpPr>
          <a:xfrm flipH="1">
            <a:off x="1" y="4572000"/>
            <a:ext cx="1524190" cy="2286000"/>
            <a:chOff x="1333849" y="-2996119"/>
            <a:chExt cx="1524190" cy="2286000"/>
          </a:xfrm>
        </p:grpSpPr>
        <p:pic>
          <p:nvPicPr>
            <p:cNvPr id="68" name="그림 67">
              <a:extLst>
                <a:ext uri="{FF2B5EF4-FFF2-40B4-BE49-F238E27FC236}">
                  <a16:creationId xmlns:a16="http://schemas.microsoft.com/office/drawing/2014/main" id="{0970D01D-89A5-4692-B291-7BFDC3BEAC2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53" r="64134" b="66667"/>
            <a:stretch/>
          </p:blipFill>
          <p:spPr>
            <a:xfrm>
              <a:off x="1698172" y="-2996119"/>
              <a:ext cx="1159867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69" name="그림 68">
              <a:extLst>
                <a:ext uri="{FF2B5EF4-FFF2-40B4-BE49-F238E27FC236}">
                  <a16:creationId xmlns:a16="http://schemas.microsoft.com/office/drawing/2014/main" id="{FDF6EEFE-E5F1-4AFF-85D3-4473853C344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543" t="66667" r="68204" b="22217"/>
            <a:stretch>
              <a:fillRect/>
            </a:stretch>
          </p:blipFill>
          <p:spPr>
            <a:xfrm>
              <a:off x="1333849" y="-2234304"/>
              <a:ext cx="762382" cy="762370"/>
            </a:xfrm>
            <a:custGeom>
              <a:avLst/>
              <a:gdLst>
                <a:gd name="connsiteX0" fmla="*/ 381191 w 762382"/>
                <a:gd name="connsiteY0" fmla="*/ 0 h 762370"/>
                <a:gd name="connsiteX1" fmla="*/ 762382 w 762382"/>
                <a:gd name="connsiteY1" fmla="*/ 381185 h 762370"/>
                <a:gd name="connsiteX2" fmla="*/ 381191 w 762382"/>
                <a:gd name="connsiteY2" fmla="*/ 762370 h 762370"/>
                <a:gd name="connsiteX3" fmla="*/ 0 w 762382"/>
                <a:gd name="connsiteY3" fmla="*/ 381185 h 762370"/>
                <a:gd name="connsiteX4" fmla="*/ 381191 w 762382"/>
                <a:gd name="connsiteY4" fmla="*/ 0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82" h="762370">
                  <a:moveTo>
                    <a:pt x="381191" y="0"/>
                  </a:moveTo>
                  <a:cubicBezTo>
                    <a:pt x="591717" y="0"/>
                    <a:pt x="762382" y="170662"/>
                    <a:pt x="762382" y="381185"/>
                  </a:cubicBezTo>
                  <a:cubicBezTo>
                    <a:pt x="762382" y="591708"/>
                    <a:pt x="591717" y="762370"/>
                    <a:pt x="381191" y="762370"/>
                  </a:cubicBezTo>
                  <a:cubicBezTo>
                    <a:pt x="170665" y="762370"/>
                    <a:pt x="0" y="591708"/>
                    <a:pt x="0" y="381185"/>
                  </a:cubicBezTo>
                  <a:cubicBezTo>
                    <a:pt x="0" y="170662"/>
                    <a:pt x="170665" y="0"/>
                    <a:pt x="381191" y="0"/>
                  </a:cubicBezTo>
                  <a:close/>
                </a:path>
              </a:pathLst>
            </a:custGeom>
          </p:spPr>
        </p:pic>
        <p:pic>
          <p:nvPicPr>
            <p:cNvPr id="70" name="그림 69">
              <a:extLst>
                <a:ext uri="{FF2B5EF4-FFF2-40B4-BE49-F238E27FC236}">
                  <a16:creationId xmlns:a16="http://schemas.microsoft.com/office/drawing/2014/main" id="{B16170DA-907B-4864-AD19-EF2AE8BD71E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593" t="66667" r="68204" b="22217"/>
            <a:stretch>
              <a:fillRect/>
            </a:stretch>
          </p:blipFill>
          <p:spPr>
            <a:xfrm>
              <a:off x="1705721" y="-2234304"/>
              <a:ext cx="390510" cy="762370"/>
            </a:xfrm>
            <a:custGeom>
              <a:avLst/>
              <a:gdLst>
                <a:gd name="connsiteX0" fmla="*/ 9319 w 390510"/>
                <a:gd name="connsiteY0" fmla="*/ 0 h 762370"/>
                <a:gd name="connsiteX1" fmla="*/ 390510 w 390510"/>
                <a:gd name="connsiteY1" fmla="*/ 381185 h 762370"/>
                <a:gd name="connsiteX2" fmla="*/ 9319 w 390510"/>
                <a:gd name="connsiteY2" fmla="*/ 762370 h 762370"/>
                <a:gd name="connsiteX3" fmla="*/ 0 w 390510"/>
                <a:gd name="connsiteY3" fmla="*/ 761431 h 762370"/>
                <a:gd name="connsiteX4" fmla="*/ 0 w 390510"/>
                <a:gd name="connsiteY4" fmla="*/ 939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0510" h="762370">
                  <a:moveTo>
                    <a:pt x="9319" y="0"/>
                  </a:moveTo>
                  <a:cubicBezTo>
                    <a:pt x="219845" y="0"/>
                    <a:pt x="390510" y="170662"/>
                    <a:pt x="390510" y="381185"/>
                  </a:cubicBezTo>
                  <a:cubicBezTo>
                    <a:pt x="390510" y="591708"/>
                    <a:pt x="219845" y="762370"/>
                    <a:pt x="9319" y="762370"/>
                  </a:cubicBezTo>
                  <a:lnTo>
                    <a:pt x="0" y="761431"/>
                  </a:lnTo>
                  <a:lnTo>
                    <a:pt x="0" y="939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39603079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" name="그림 101">
            <a:extLst>
              <a:ext uri="{FF2B5EF4-FFF2-40B4-BE49-F238E27FC236}">
                <a16:creationId xmlns:a16="http://schemas.microsoft.com/office/drawing/2014/main" id="{D48015CE-EFAB-4E59-9D59-644ABBB1EBF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>
            <a:off x="11052539" y="375628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  <p:pic>
        <p:nvPicPr>
          <p:cNvPr id="116" name="그림 115">
            <a:extLst>
              <a:ext uri="{FF2B5EF4-FFF2-40B4-BE49-F238E27FC236}">
                <a16:creationId xmlns:a16="http://schemas.microsoft.com/office/drawing/2014/main" id="{089DF33E-3E4A-40B1-904D-61E2B3E0EE65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9" t="33333" r="77841" b="33333"/>
          <a:stretch>
            <a:fillRect/>
          </a:stretch>
        </p:blipFill>
        <p:spPr>
          <a:xfrm>
            <a:off x="0" y="4572000"/>
            <a:ext cx="228600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2286000 h 2286000"/>
              <a:gd name="connsiteX2" fmla="*/ 0 w 2286000"/>
              <a:gd name="connsiteY2" fmla="*/ 2286000 h 2286000"/>
              <a:gd name="connsiteX3" fmla="*/ 0 w 2286000"/>
              <a:gd name="connsiteY3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26" name="그림 125">
            <a:extLst>
              <a:ext uri="{FF2B5EF4-FFF2-40B4-BE49-F238E27FC236}">
                <a16:creationId xmlns:a16="http://schemas.microsoft.com/office/drawing/2014/main" id="{679584E9-7566-4099-8A3C-6268FF1E13A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270" t="3333" r="39078" b="91102"/>
          <a:stretch>
            <a:fillRect/>
          </a:stretch>
        </p:blipFill>
        <p:spPr>
          <a:xfrm>
            <a:off x="10283729" y="0"/>
            <a:ext cx="1908271" cy="381654"/>
          </a:xfrm>
          <a:custGeom>
            <a:avLst/>
            <a:gdLst>
              <a:gd name="connsiteX0" fmla="*/ 0 w 1908271"/>
              <a:gd name="connsiteY0" fmla="*/ 0 h 381654"/>
              <a:gd name="connsiteX1" fmla="*/ 1908271 w 1908271"/>
              <a:gd name="connsiteY1" fmla="*/ 0 h 381654"/>
              <a:gd name="connsiteX2" fmla="*/ 1908271 w 1908271"/>
              <a:gd name="connsiteY2" fmla="*/ 381654 h 381654"/>
              <a:gd name="connsiteX3" fmla="*/ 0 w 1908271"/>
              <a:gd name="connsiteY3" fmla="*/ 381654 h 381654"/>
              <a:gd name="connsiteX4" fmla="*/ 0 w 1908271"/>
              <a:gd name="connsiteY4" fmla="*/ 0 h 381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8271" h="381654">
                <a:moveTo>
                  <a:pt x="0" y="0"/>
                </a:moveTo>
                <a:lnTo>
                  <a:pt x="1908271" y="0"/>
                </a:lnTo>
                <a:lnTo>
                  <a:pt x="1908271" y="381654"/>
                </a:lnTo>
                <a:lnTo>
                  <a:pt x="0" y="381654"/>
                </a:lnTo>
                <a:lnTo>
                  <a:pt x="0" y="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4416924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F334D48-9D0F-44DD-A7AB-BF15E910F13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66667" r="18750"/>
          <a:stretch>
            <a:fillRect/>
          </a:stretch>
        </p:blipFill>
        <p:spPr>
          <a:xfrm flipH="1">
            <a:off x="9905960" y="0"/>
            <a:ext cx="2286040" cy="2285999"/>
          </a:xfrm>
          <a:custGeom>
            <a:avLst/>
            <a:gdLst>
              <a:gd name="connsiteX0" fmla="*/ 40 w 2286040"/>
              <a:gd name="connsiteY0" fmla="*/ 0 h 2285999"/>
              <a:gd name="connsiteX1" fmla="*/ 2286040 w 2286040"/>
              <a:gd name="connsiteY1" fmla="*/ 0 h 2285999"/>
              <a:gd name="connsiteX2" fmla="*/ 233770 w 2286040"/>
              <a:gd name="connsiteY2" fmla="*/ 2274198 h 2285999"/>
              <a:gd name="connsiteX3" fmla="*/ 60 w 2286040"/>
              <a:gd name="connsiteY3" fmla="*/ 2285999 h 2285999"/>
              <a:gd name="connsiteX4" fmla="*/ 20 w 2286040"/>
              <a:gd name="connsiteY4" fmla="*/ 2285999 h 2285999"/>
              <a:gd name="connsiteX5" fmla="*/ 0 w 2286040"/>
              <a:gd name="connsiteY5" fmla="*/ 2285998 h 2285999"/>
              <a:gd name="connsiteX6" fmla="*/ 40 w 2286040"/>
              <a:gd name="connsiteY6" fmla="*/ 2285998 h 2285999"/>
              <a:gd name="connsiteX7" fmla="*/ 40 w 2286040"/>
              <a:gd name="connsiteY7" fmla="*/ 0 h 228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6040" h="2285999">
                <a:moveTo>
                  <a:pt x="40" y="0"/>
                </a:moveTo>
                <a:lnTo>
                  <a:pt x="2286040" y="0"/>
                </a:lnTo>
                <a:cubicBezTo>
                  <a:pt x="2286040" y="1183616"/>
                  <a:pt x="1386500" y="2157132"/>
                  <a:pt x="233770" y="2274198"/>
                </a:cubicBezTo>
                <a:lnTo>
                  <a:pt x="60" y="2285999"/>
                </a:lnTo>
                <a:lnTo>
                  <a:pt x="20" y="2285999"/>
                </a:lnTo>
                <a:lnTo>
                  <a:pt x="0" y="2285998"/>
                </a:lnTo>
                <a:lnTo>
                  <a:pt x="40" y="2285998"/>
                </a:lnTo>
                <a:lnTo>
                  <a:pt x="40" y="0"/>
                </a:lnTo>
                <a:close/>
              </a:path>
            </a:pathLst>
          </a:custGeom>
        </p:spPr>
      </p:pic>
      <p:pic>
        <p:nvPicPr>
          <p:cNvPr id="101" name="그림 100">
            <a:extLst>
              <a:ext uri="{FF2B5EF4-FFF2-40B4-BE49-F238E27FC236}">
                <a16:creationId xmlns:a16="http://schemas.microsoft.com/office/drawing/2014/main" id="{DF8EF80A-BA96-4D62-8CBC-7E5BA2C66BF6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50" t="33333" b="33333"/>
          <a:stretch>
            <a:fillRect/>
          </a:stretch>
        </p:blipFill>
        <p:spPr>
          <a:xfrm>
            <a:off x="0" y="4572000"/>
            <a:ext cx="2286000" cy="2286000"/>
          </a:xfrm>
          <a:custGeom>
            <a:avLst/>
            <a:gdLst>
              <a:gd name="connsiteX0" fmla="*/ 1143000 w 2286000"/>
              <a:gd name="connsiteY0" fmla="*/ 0 h 2286000"/>
              <a:gd name="connsiteX1" fmla="*/ 2286000 w 2286000"/>
              <a:gd name="connsiteY1" fmla="*/ 1143000 h 2286000"/>
              <a:gd name="connsiteX2" fmla="*/ 1143000 w 2286000"/>
              <a:gd name="connsiteY2" fmla="*/ 2286000 h 2286000"/>
              <a:gd name="connsiteX3" fmla="*/ 0 w 2286000"/>
              <a:gd name="connsiteY3" fmla="*/ 1143000 h 2286000"/>
              <a:gd name="connsiteX4" fmla="*/ 1143000 w 2286000"/>
              <a:gd name="connsiteY4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2286000">
                <a:moveTo>
                  <a:pt x="1143000" y="0"/>
                </a:moveTo>
                <a:cubicBezTo>
                  <a:pt x="1774261" y="0"/>
                  <a:pt x="2286000" y="511739"/>
                  <a:pt x="2286000" y="1143000"/>
                </a:cubicBezTo>
                <a:cubicBezTo>
                  <a:pt x="2286000" y="1774261"/>
                  <a:pt x="1774261" y="2286000"/>
                  <a:pt x="1143000" y="2286000"/>
                </a:cubicBezTo>
                <a:cubicBezTo>
                  <a:pt x="511739" y="2286000"/>
                  <a:pt x="0" y="1774261"/>
                  <a:pt x="0" y="1143000"/>
                </a:cubicBezTo>
                <a:cubicBezTo>
                  <a:pt x="0" y="511739"/>
                  <a:pt x="511739" y="0"/>
                  <a:pt x="1143000" y="0"/>
                </a:cubicBezTo>
                <a:close/>
              </a:path>
            </a:pathLst>
          </a:custGeom>
        </p:spPr>
      </p:pic>
      <p:pic>
        <p:nvPicPr>
          <p:cNvPr id="128" name="그림 127">
            <a:extLst>
              <a:ext uri="{FF2B5EF4-FFF2-40B4-BE49-F238E27FC236}">
                <a16:creationId xmlns:a16="http://schemas.microsoft.com/office/drawing/2014/main" id="{20EEC7B2-108F-4A9A-AB56-A0E8A69FC41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9" t="33333" r="77841" b="33333"/>
          <a:stretch>
            <a:fillRect/>
          </a:stretch>
        </p:blipFill>
        <p:spPr>
          <a:xfrm>
            <a:off x="2286000" y="4572000"/>
            <a:ext cx="228600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2286000 h 2286000"/>
              <a:gd name="connsiteX2" fmla="*/ 0 w 2286000"/>
              <a:gd name="connsiteY2" fmla="*/ 2286000 h 2286000"/>
              <a:gd name="connsiteX3" fmla="*/ 0 w 2286000"/>
              <a:gd name="connsiteY3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646818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85E3BC2-18EF-4008-82CA-F38674D050AE}"/>
              </a:ext>
            </a:extLst>
          </p:cNvPr>
          <p:cNvGrpSpPr/>
          <p:nvPr userDrawn="1"/>
        </p:nvGrpSpPr>
        <p:grpSpPr>
          <a:xfrm>
            <a:off x="9906000" y="0"/>
            <a:ext cx="2286000" cy="2285998"/>
            <a:chOff x="19012799" y="-8425926"/>
            <a:chExt cx="2286000" cy="2285998"/>
          </a:xfrm>
        </p:grpSpPr>
        <p:pic>
          <p:nvPicPr>
            <p:cNvPr id="77" name="그림 76">
              <a:extLst>
                <a:ext uri="{FF2B5EF4-FFF2-40B4-BE49-F238E27FC236}">
                  <a16:creationId xmlns:a16="http://schemas.microsoft.com/office/drawing/2014/main" id="{D46044FA-EED1-46FF-850A-50A6BA566F9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r="18750" b="93333"/>
            <a:stretch>
              <a:fillRect/>
            </a:stretch>
          </p:blipFill>
          <p:spPr>
            <a:xfrm>
              <a:off x="19012799" y="-8425926"/>
              <a:ext cx="2286000" cy="457200"/>
            </a:xfrm>
            <a:custGeom>
              <a:avLst/>
              <a:gdLst>
                <a:gd name="connsiteX0" fmla="*/ 0 w 2286000"/>
                <a:gd name="connsiteY0" fmla="*/ 0 h 457200"/>
                <a:gd name="connsiteX1" fmla="*/ 2286000 w 2286000"/>
                <a:gd name="connsiteY1" fmla="*/ 0 h 457200"/>
                <a:gd name="connsiteX2" fmla="*/ 2286000 w 2286000"/>
                <a:gd name="connsiteY2" fmla="*/ 457200 h 457200"/>
                <a:gd name="connsiteX3" fmla="*/ 0 w 2286000"/>
                <a:gd name="connsiteY3" fmla="*/ 457200 h 457200"/>
                <a:gd name="connsiteX4" fmla="*/ 0 w 2286000"/>
                <a:gd name="connsiteY4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457200">
                  <a:moveTo>
                    <a:pt x="0" y="0"/>
                  </a:moveTo>
                  <a:lnTo>
                    <a:pt x="2286000" y="0"/>
                  </a:lnTo>
                  <a:lnTo>
                    <a:pt x="22860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79" name="그림 78">
              <a:extLst>
                <a:ext uri="{FF2B5EF4-FFF2-40B4-BE49-F238E27FC236}">
                  <a16:creationId xmlns:a16="http://schemas.microsoft.com/office/drawing/2014/main" id="{24A3B10A-036B-4D42-B58F-EA8590178C9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t="13333" r="18750" b="80000"/>
            <a:stretch>
              <a:fillRect/>
            </a:stretch>
          </p:blipFill>
          <p:spPr>
            <a:xfrm>
              <a:off x="19012799" y="-7511527"/>
              <a:ext cx="2286000" cy="457200"/>
            </a:xfrm>
            <a:custGeom>
              <a:avLst/>
              <a:gdLst>
                <a:gd name="connsiteX0" fmla="*/ 0 w 2286000"/>
                <a:gd name="connsiteY0" fmla="*/ 0 h 457200"/>
                <a:gd name="connsiteX1" fmla="*/ 2286000 w 2286000"/>
                <a:gd name="connsiteY1" fmla="*/ 0 h 457200"/>
                <a:gd name="connsiteX2" fmla="*/ 2286000 w 2286000"/>
                <a:gd name="connsiteY2" fmla="*/ 457200 h 457200"/>
                <a:gd name="connsiteX3" fmla="*/ 0 w 2286000"/>
                <a:gd name="connsiteY3" fmla="*/ 457200 h 457200"/>
                <a:gd name="connsiteX4" fmla="*/ 0 w 2286000"/>
                <a:gd name="connsiteY4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457200">
                  <a:moveTo>
                    <a:pt x="0" y="0"/>
                  </a:moveTo>
                  <a:lnTo>
                    <a:pt x="2286000" y="0"/>
                  </a:lnTo>
                  <a:lnTo>
                    <a:pt x="22860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82" name="그림 81">
              <a:extLst>
                <a:ext uri="{FF2B5EF4-FFF2-40B4-BE49-F238E27FC236}">
                  <a16:creationId xmlns:a16="http://schemas.microsoft.com/office/drawing/2014/main" id="{86720E4F-B646-4A9E-AF33-B33EB21314B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t="26667" r="18750" b="66667"/>
            <a:stretch>
              <a:fillRect/>
            </a:stretch>
          </p:blipFill>
          <p:spPr>
            <a:xfrm>
              <a:off x="19012799" y="-6597128"/>
              <a:ext cx="2286000" cy="457200"/>
            </a:xfrm>
            <a:custGeom>
              <a:avLst/>
              <a:gdLst>
                <a:gd name="connsiteX0" fmla="*/ 0 w 2286000"/>
                <a:gd name="connsiteY0" fmla="*/ 0 h 457200"/>
                <a:gd name="connsiteX1" fmla="*/ 2286000 w 2286000"/>
                <a:gd name="connsiteY1" fmla="*/ 0 h 457200"/>
                <a:gd name="connsiteX2" fmla="*/ 2286000 w 2286000"/>
                <a:gd name="connsiteY2" fmla="*/ 457200 h 457200"/>
                <a:gd name="connsiteX3" fmla="*/ 0 w 2286000"/>
                <a:gd name="connsiteY3" fmla="*/ 457200 h 457200"/>
                <a:gd name="connsiteX4" fmla="*/ 0 w 2286000"/>
                <a:gd name="connsiteY4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457200">
                  <a:moveTo>
                    <a:pt x="0" y="0"/>
                  </a:moveTo>
                  <a:lnTo>
                    <a:pt x="2286000" y="0"/>
                  </a:lnTo>
                  <a:lnTo>
                    <a:pt x="22860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pic>
        <p:nvPicPr>
          <p:cNvPr id="104" name="그림 103">
            <a:extLst>
              <a:ext uri="{FF2B5EF4-FFF2-40B4-BE49-F238E27FC236}">
                <a16:creationId xmlns:a16="http://schemas.microsoft.com/office/drawing/2014/main" id="{1B600125-C491-4281-B1D3-E146505BDA7D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>
            <a:off x="0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115" name="그림 114">
            <a:extLst>
              <a:ext uri="{FF2B5EF4-FFF2-40B4-BE49-F238E27FC236}">
                <a16:creationId xmlns:a16="http://schemas.microsoft.com/office/drawing/2014/main" id="{A41C1852-4B9D-43EA-93B2-AB08333EA1C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43" t="66667" r="68204" b="22217"/>
          <a:stretch>
            <a:fillRect/>
          </a:stretch>
        </p:blipFill>
        <p:spPr>
          <a:xfrm>
            <a:off x="0" y="5008963"/>
            <a:ext cx="762382" cy="762370"/>
          </a:xfrm>
          <a:custGeom>
            <a:avLst/>
            <a:gdLst>
              <a:gd name="connsiteX0" fmla="*/ 381191 w 762382"/>
              <a:gd name="connsiteY0" fmla="*/ 0 h 762370"/>
              <a:gd name="connsiteX1" fmla="*/ 762382 w 762382"/>
              <a:gd name="connsiteY1" fmla="*/ 381185 h 762370"/>
              <a:gd name="connsiteX2" fmla="*/ 381191 w 762382"/>
              <a:gd name="connsiteY2" fmla="*/ 762370 h 762370"/>
              <a:gd name="connsiteX3" fmla="*/ 0 w 762382"/>
              <a:gd name="connsiteY3" fmla="*/ 381185 h 762370"/>
              <a:gd name="connsiteX4" fmla="*/ 381191 w 762382"/>
              <a:gd name="connsiteY4" fmla="*/ 0 h 7623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2382" h="762370">
                <a:moveTo>
                  <a:pt x="381191" y="0"/>
                </a:moveTo>
                <a:cubicBezTo>
                  <a:pt x="591717" y="0"/>
                  <a:pt x="762382" y="170662"/>
                  <a:pt x="762382" y="381185"/>
                </a:cubicBezTo>
                <a:cubicBezTo>
                  <a:pt x="762382" y="591708"/>
                  <a:pt x="591717" y="762370"/>
                  <a:pt x="381191" y="762370"/>
                </a:cubicBezTo>
                <a:cubicBezTo>
                  <a:pt x="170665" y="762370"/>
                  <a:pt x="0" y="591708"/>
                  <a:pt x="0" y="381185"/>
                </a:cubicBezTo>
                <a:cubicBezTo>
                  <a:pt x="0" y="170662"/>
                  <a:pt x="170665" y="0"/>
                  <a:pt x="381191" y="0"/>
                </a:cubicBezTo>
                <a:close/>
              </a:path>
            </a:pathLst>
          </a:custGeom>
        </p:spPr>
      </p:pic>
      <p:pic>
        <p:nvPicPr>
          <p:cNvPr id="127" name="그림 126">
            <a:extLst>
              <a:ext uri="{FF2B5EF4-FFF2-40B4-BE49-F238E27FC236}">
                <a16:creationId xmlns:a16="http://schemas.microsoft.com/office/drawing/2014/main" id="{8402E904-E82C-4DAF-94B3-5E1DED6C873A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>
            <a:off x="11052539" y="5715180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8428433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2" name="그림 141">
            <a:extLst>
              <a:ext uri="{FF2B5EF4-FFF2-40B4-BE49-F238E27FC236}">
                <a16:creationId xmlns:a16="http://schemas.microsoft.com/office/drawing/2014/main" id="{BAC73AE9-AAD8-4B91-B5E0-F10F8F3FDA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79" r="64134" b="66667"/>
          <a:stretch/>
        </p:blipFill>
        <p:spPr>
          <a:xfrm>
            <a:off x="11071970" y="4572000"/>
            <a:ext cx="112003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0 h 2286000"/>
              <a:gd name="connsiteX2" fmla="*/ 2286000 w 2286000"/>
              <a:gd name="connsiteY2" fmla="*/ 2286000 h 2286000"/>
              <a:gd name="connsiteX3" fmla="*/ 0 w 2286000"/>
              <a:gd name="connsiteY3" fmla="*/ 2286000 h 2286000"/>
              <a:gd name="connsiteX4" fmla="*/ 0 w 2286000"/>
              <a:gd name="connsiteY4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0"/>
                </a:ln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433" name="Graphic 3">
            <a:hlinkClick r:id="rId4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7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8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5ED6A7CA-29BC-4AD5-808C-F0D59299DE2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43" t="66667" r="68204" b="22217"/>
          <a:stretch>
            <a:fillRect/>
          </a:stretch>
        </p:blipFill>
        <p:spPr>
          <a:xfrm>
            <a:off x="10309588" y="5333815"/>
            <a:ext cx="762382" cy="762370"/>
          </a:xfrm>
          <a:custGeom>
            <a:avLst/>
            <a:gdLst>
              <a:gd name="connsiteX0" fmla="*/ 381191 w 762382"/>
              <a:gd name="connsiteY0" fmla="*/ 0 h 762370"/>
              <a:gd name="connsiteX1" fmla="*/ 762382 w 762382"/>
              <a:gd name="connsiteY1" fmla="*/ 381185 h 762370"/>
              <a:gd name="connsiteX2" fmla="*/ 381191 w 762382"/>
              <a:gd name="connsiteY2" fmla="*/ 762370 h 762370"/>
              <a:gd name="connsiteX3" fmla="*/ 0 w 762382"/>
              <a:gd name="connsiteY3" fmla="*/ 381185 h 762370"/>
              <a:gd name="connsiteX4" fmla="*/ 381191 w 762382"/>
              <a:gd name="connsiteY4" fmla="*/ 0 h 7623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2382" h="762370">
                <a:moveTo>
                  <a:pt x="381191" y="0"/>
                </a:moveTo>
                <a:cubicBezTo>
                  <a:pt x="591717" y="0"/>
                  <a:pt x="762382" y="170662"/>
                  <a:pt x="762382" y="381185"/>
                </a:cubicBezTo>
                <a:cubicBezTo>
                  <a:pt x="762382" y="591708"/>
                  <a:pt x="591717" y="762370"/>
                  <a:pt x="381191" y="762370"/>
                </a:cubicBezTo>
                <a:cubicBezTo>
                  <a:pt x="170665" y="762370"/>
                  <a:pt x="0" y="591708"/>
                  <a:pt x="0" y="381185"/>
                </a:cubicBezTo>
                <a:cubicBezTo>
                  <a:pt x="0" y="170662"/>
                  <a:pt x="170665" y="0"/>
                  <a:pt x="381191" y="0"/>
                </a:cubicBezTo>
                <a:close/>
              </a:path>
            </a:pathLst>
          </a:custGeom>
        </p:spPr>
      </p:pic>
      <p:pic>
        <p:nvPicPr>
          <p:cNvPr id="100" name="그림 99">
            <a:extLst>
              <a:ext uri="{FF2B5EF4-FFF2-40B4-BE49-F238E27FC236}">
                <a16:creationId xmlns:a16="http://schemas.microsoft.com/office/drawing/2014/main" id="{1F570F3A-9D89-4E05-B8FE-E0501F9C7BF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9" t="33333" r="77841" b="33333"/>
          <a:stretch>
            <a:fillRect/>
          </a:stretch>
        </p:blipFill>
        <p:spPr>
          <a:xfrm rot="5400000">
            <a:off x="0" y="0"/>
            <a:ext cx="228600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2286000 h 2286000"/>
              <a:gd name="connsiteX2" fmla="*/ 0 w 2286000"/>
              <a:gd name="connsiteY2" fmla="*/ 2286000 h 2286000"/>
              <a:gd name="connsiteX3" fmla="*/ 0 w 2286000"/>
              <a:gd name="connsiteY3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23" name="그림 122">
            <a:extLst>
              <a:ext uri="{FF2B5EF4-FFF2-40B4-BE49-F238E27FC236}">
                <a16:creationId xmlns:a16="http://schemas.microsoft.com/office/drawing/2014/main" id="{23755B8B-1792-4CC3-9663-6CF494A59889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>
            <a:off x="11045627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141" name="그림 140">
            <a:extLst>
              <a:ext uri="{FF2B5EF4-FFF2-40B4-BE49-F238E27FC236}">
                <a16:creationId xmlns:a16="http://schemas.microsoft.com/office/drawing/2014/main" id="{F8D7AFEE-7DFE-4789-938D-C7BDC5C42168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>
            <a:off x="11045627" y="5333256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143" name="그림 142">
            <a:extLst>
              <a:ext uri="{FF2B5EF4-FFF2-40B4-BE49-F238E27FC236}">
                <a16:creationId xmlns:a16="http://schemas.microsoft.com/office/drawing/2014/main" id="{375A49F8-66D5-4294-A5C7-4836E819EFD5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>
            <a:off x="11045627" y="4572000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4571086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E9A30C6-BCF6-4332-9D1E-849F81C482CA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9" t="33333" r="77841" b="33333"/>
          <a:stretch>
            <a:fillRect/>
          </a:stretch>
        </p:blipFill>
        <p:spPr>
          <a:xfrm rot="5400000">
            <a:off x="0" y="4572000"/>
            <a:ext cx="228600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2286000 h 2286000"/>
              <a:gd name="connsiteX2" fmla="*/ 0 w 2286000"/>
              <a:gd name="connsiteY2" fmla="*/ 2286000 h 2286000"/>
              <a:gd name="connsiteX3" fmla="*/ 0 w 2286000"/>
              <a:gd name="connsiteY3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82" name="그림 81">
            <a:extLst>
              <a:ext uri="{FF2B5EF4-FFF2-40B4-BE49-F238E27FC236}">
                <a16:creationId xmlns:a16="http://schemas.microsoft.com/office/drawing/2014/main" id="{A5EA9A6A-60B3-48A1-AD62-FAE745E6AFA7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 flipV="1">
            <a:off x="11052539" y="1142820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  <p:pic>
        <p:nvPicPr>
          <p:cNvPr id="110" name="그림 109">
            <a:extLst>
              <a:ext uri="{FF2B5EF4-FFF2-40B4-BE49-F238E27FC236}">
                <a16:creationId xmlns:a16="http://schemas.microsoft.com/office/drawing/2014/main" id="{AB1164FC-7BF7-46AB-8FCC-F9164D3E6CD5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>
            <a:off x="11052539" y="0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  <p:pic>
        <p:nvPicPr>
          <p:cNvPr id="121" name="그림 120">
            <a:extLst>
              <a:ext uri="{FF2B5EF4-FFF2-40B4-BE49-F238E27FC236}">
                <a16:creationId xmlns:a16="http://schemas.microsoft.com/office/drawing/2014/main" id="{C3E0E615-F626-4FB7-884B-0E24F0B923AE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50" t="33333" b="33333"/>
          <a:stretch>
            <a:fillRect/>
          </a:stretch>
        </p:blipFill>
        <p:spPr>
          <a:xfrm>
            <a:off x="8785970" y="18960"/>
            <a:ext cx="2286000" cy="2286000"/>
          </a:xfrm>
          <a:custGeom>
            <a:avLst/>
            <a:gdLst>
              <a:gd name="connsiteX0" fmla="*/ 1143000 w 2286000"/>
              <a:gd name="connsiteY0" fmla="*/ 0 h 2286000"/>
              <a:gd name="connsiteX1" fmla="*/ 2286000 w 2286000"/>
              <a:gd name="connsiteY1" fmla="*/ 1143000 h 2286000"/>
              <a:gd name="connsiteX2" fmla="*/ 1143000 w 2286000"/>
              <a:gd name="connsiteY2" fmla="*/ 2286000 h 2286000"/>
              <a:gd name="connsiteX3" fmla="*/ 0 w 2286000"/>
              <a:gd name="connsiteY3" fmla="*/ 1143000 h 2286000"/>
              <a:gd name="connsiteX4" fmla="*/ 1143000 w 2286000"/>
              <a:gd name="connsiteY4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2286000">
                <a:moveTo>
                  <a:pt x="1143000" y="0"/>
                </a:moveTo>
                <a:cubicBezTo>
                  <a:pt x="1774261" y="0"/>
                  <a:pt x="2286000" y="511739"/>
                  <a:pt x="2286000" y="1143000"/>
                </a:cubicBezTo>
                <a:cubicBezTo>
                  <a:pt x="2286000" y="1774261"/>
                  <a:pt x="1774261" y="2286000"/>
                  <a:pt x="1143000" y="2286000"/>
                </a:cubicBezTo>
                <a:cubicBezTo>
                  <a:pt x="511739" y="2286000"/>
                  <a:pt x="0" y="1774261"/>
                  <a:pt x="0" y="1143000"/>
                </a:cubicBezTo>
                <a:cubicBezTo>
                  <a:pt x="0" y="511739"/>
                  <a:pt x="511739" y="0"/>
                  <a:pt x="1143000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98563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15DCEB24-4E23-4B44-8C3C-77C0DDEBEF1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BCB4652-B05A-4FB3-B98A-B391B7562F8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50" t="33333" b="33333"/>
          <a:stretch>
            <a:fillRect/>
          </a:stretch>
        </p:blipFill>
        <p:spPr>
          <a:xfrm>
            <a:off x="0" y="4572000"/>
            <a:ext cx="2286000" cy="2286000"/>
          </a:xfrm>
          <a:custGeom>
            <a:avLst/>
            <a:gdLst>
              <a:gd name="connsiteX0" fmla="*/ 1143000 w 2286000"/>
              <a:gd name="connsiteY0" fmla="*/ 0 h 2286000"/>
              <a:gd name="connsiteX1" fmla="*/ 2286000 w 2286000"/>
              <a:gd name="connsiteY1" fmla="*/ 1143000 h 2286000"/>
              <a:gd name="connsiteX2" fmla="*/ 1143000 w 2286000"/>
              <a:gd name="connsiteY2" fmla="*/ 2286000 h 2286000"/>
              <a:gd name="connsiteX3" fmla="*/ 0 w 2286000"/>
              <a:gd name="connsiteY3" fmla="*/ 1143000 h 2286000"/>
              <a:gd name="connsiteX4" fmla="*/ 1143000 w 2286000"/>
              <a:gd name="connsiteY4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2286000">
                <a:moveTo>
                  <a:pt x="1143000" y="0"/>
                </a:moveTo>
                <a:cubicBezTo>
                  <a:pt x="1774261" y="0"/>
                  <a:pt x="2286000" y="511739"/>
                  <a:pt x="2286000" y="1143000"/>
                </a:cubicBezTo>
                <a:cubicBezTo>
                  <a:pt x="2286000" y="1774261"/>
                  <a:pt x="1774261" y="2286000"/>
                  <a:pt x="1143000" y="2286000"/>
                </a:cubicBezTo>
                <a:cubicBezTo>
                  <a:pt x="511739" y="2286000"/>
                  <a:pt x="0" y="1774261"/>
                  <a:pt x="0" y="1143000"/>
                </a:cubicBezTo>
                <a:cubicBezTo>
                  <a:pt x="0" y="511739"/>
                  <a:pt x="511739" y="0"/>
                  <a:pt x="1143000" y="0"/>
                </a:cubicBezTo>
                <a:close/>
              </a:path>
            </a:pathLst>
          </a:cu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C5A41FB-875B-445D-9BFA-2D544153EDB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9" t="33333" r="77841" b="33333"/>
          <a:stretch>
            <a:fillRect/>
          </a:stretch>
        </p:blipFill>
        <p:spPr>
          <a:xfrm>
            <a:off x="2286000" y="4572000"/>
            <a:ext cx="228600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2286000 h 2286000"/>
              <a:gd name="connsiteX2" fmla="*/ 0 w 2286000"/>
              <a:gd name="connsiteY2" fmla="*/ 2286000 h 2286000"/>
              <a:gd name="connsiteX3" fmla="*/ 0 w 2286000"/>
              <a:gd name="connsiteY3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E41143F7-271D-4ACB-AACD-66E670B41E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342900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20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46853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1" name="그림 140">
            <a:extLst>
              <a:ext uri="{FF2B5EF4-FFF2-40B4-BE49-F238E27FC236}">
                <a16:creationId xmlns:a16="http://schemas.microsoft.com/office/drawing/2014/main" id="{2B01E150-39C3-4F92-BFFA-B484456B7204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26667" r="18750" b="66667"/>
          <a:stretch>
            <a:fillRect/>
          </a:stretch>
        </p:blipFill>
        <p:spPr>
          <a:xfrm flipH="1">
            <a:off x="0" y="6400800"/>
            <a:ext cx="2286000" cy="457200"/>
          </a:xfrm>
          <a:custGeom>
            <a:avLst/>
            <a:gdLst>
              <a:gd name="connsiteX0" fmla="*/ 0 w 2286000"/>
              <a:gd name="connsiteY0" fmla="*/ 0 h 457200"/>
              <a:gd name="connsiteX1" fmla="*/ 2286000 w 2286000"/>
              <a:gd name="connsiteY1" fmla="*/ 0 h 457200"/>
              <a:gd name="connsiteX2" fmla="*/ 2286000 w 2286000"/>
              <a:gd name="connsiteY2" fmla="*/ 457200 h 457200"/>
              <a:gd name="connsiteX3" fmla="*/ 0 w 2286000"/>
              <a:gd name="connsiteY3" fmla="*/ 457200 h 457200"/>
              <a:gd name="connsiteX4" fmla="*/ 0 w 2286000"/>
              <a:gd name="connsiteY4" fmla="*/ 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457200">
                <a:moveTo>
                  <a:pt x="0" y="0"/>
                </a:moveTo>
                <a:lnTo>
                  <a:pt x="2286000" y="0"/>
                </a:lnTo>
                <a:lnTo>
                  <a:pt x="22860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42" name="그림 141">
            <a:extLst>
              <a:ext uri="{FF2B5EF4-FFF2-40B4-BE49-F238E27FC236}">
                <a16:creationId xmlns:a16="http://schemas.microsoft.com/office/drawing/2014/main" id="{461501C0-909C-46FF-9FC3-2C549402EE8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 flipH="1">
            <a:off x="0" y="4794904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B2FFB80A-721A-44B9-9C6D-E9DEBC942E18}"/>
              </a:ext>
            </a:extLst>
          </p:cNvPr>
          <p:cNvGrpSpPr/>
          <p:nvPr userDrawn="1"/>
        </p:nvGrpSpPr>
        <p:grpSpPr>
          <a:xfrm flipH="1">
            <a:off x="9906000" y="0"/>
            <a:ext cx="2286000" cy="2285998"/>
            <a:chOff x="19012799" y="-8425926"/>
            <a:chExt cx="2286000" cy="2285998"/>
          </a:xfrm>
        </p:grpSpPr>
        <p:pic>
          <p:nvPicPr>
            <p:cNvPr id="144" name="그림 143">
              <a:extLst>
                <a:ext uri="{FF2B5EF4-FFF2-40B4-BE49-F238E27FC236}">
                  <a16:creationId xmlns:a16="http://schemas.microsoft.com/office/drawing/2014/main" id="{F34CCA1A-856A-4C8F-9242-7B4F3896F79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r="18750" b="93333"/>
            <a:stretch>
              <a:fillRect/>
            </a:stretch>
          </p:blipFill>
          <p:spPr>
            <a:xfrm>
              <a:off x="19012799" y="-8425926"/>
              <a:ext cx="2286000" cy="457200"/>
            </a:xfrm>
            <a:custGeom>
              <a:avLst/>
              <a:gdLst>
                <a:gd name="connsiteX0" fmla="*/ 0 w 2286000"/>
                <a:gd name="connsiteY0" fmla="*/ 0 h 457200"/>
                <a:gd name="connsiteX1" fmla="*/ 2286000 w 2286000"/>
                <a:gd name="connsiteY1" fmla="*/ 0 h 457200"/>
                <a:gd name="connsiteX2" fmla="*/ 2286000 w 2286000"/>
                <a:gd name="connsiteY2" fmla="*/ 457200 h 457200"/>
                <a:gd name="connsiteX3" fmla="*/ 0 w 2286000"/>
                <a:gd name="connsiteY3" fmla="*/ 457200 h 457200"/>
                <a:gd name="connsiteX4" fmla="*/ 0 w 2286000"/>
                <a:gd name="connsiteY4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457200">
                  <a:moveTo>
                    <a:pt x="0" y="0"/>
                  </a:moveTo>
                  <a:lnTo>
                    <a:pt x="2286000" y="0"/>
                  </a:lnTo>
                  <a:lnTo>
                    <a:pt x="22860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45" name="그림 144">
              <a:extLst>
                <a:ext uri="{FF2B5EF4-FFF2-40B4-BE49-F238E27FC236}">
                  <a16:creationId xmlns:a16="http://schemas.microsoft.com/office/drawing/2014/main" id="{B9BB37C0-EDCF-4EE2-8911-9F02922A08B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t="13333" r="18750" b="80000"/>
            <a:stretch>
              <a:fillRect/>
            </a:stretch>
          </p:blipFill>
          <p:spPr>
            <a:xfrm>
              <a:off x="19012799" y="-7511527"/>
              <a:ext cx="2286000" cy="457200"/>
            </a:xfrm>
            <a:custGeom>
              <a:avLst/>
              <a:gdLst>
                <a:gd name="connsiteX0" fmla="*/ 0 w 2286000"/>
                <a:gd name="connsiteY0" fmla="*/ 0 h 457200"/>
                <a:gd name="connsiteX1" fmla="*/ 2286000 w 2286000"/>
                <a:gd name="connsiteY1" fmla="*/ 0 h 457200"/>
                <a:gd name="connsiteX2" fmla="*/ 2286000 w 2286000"/>
                <a:gd name="connsiteY2" fmla="*/ 457200 h 457200"/>
                <a:gd name="connsiteX3" fmla="*/ 0 w 2286000"/>
                <a:gd name="connsiteY3" fmla="*/ 457200 h 457200"/>
                <a:gd name="connsiteX4" fmla="*/ 0 w 2286000"/>
                <a:gd name="connsiteY4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457200">
                  <a:moveTo>
                    <a:pt x="0" y="0"/>
                  </a:moveTo>
                  <a:lnTo>
                    <a:pt x="2286000" y="0"/>
                  </a:lnTo>
                  <a:lnTo>
                    <a:pt x="22860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46" name="그림 145">
              <a:extLst>
                <a:ext uri="{FF2B5EF4-FFF2-40B4-BE49-F238E27FC236}">
                  <a16:creationId xmlns:a16="http://schemas.microsoft.com/office/drawing/2014/main" id="{37C7810C-7EF5-499D-8B6D-316D39627D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t="26667" r="18750" b="66667"/>
            <a:stretch>
              <a:fillRect/>
            </a:stretch>
          </p:blipFill>
          <p:spPr>
            <a:xfrm>
              <a:off x="19012799" y="-6597128"/>
              <a:ext cx="2286000" cy="457200"/>
            </a:xfrm>
            <a:custGeom>
              <a:avLst/>
              <a:gdLst>
                <a:gd name="connsiteX0" fmla="*/ 0 w 2286000"/>
                <a:gd name="connsiteY0" fmla="*/ 0 h 457200"/>
                <a:gd name="connsiteX1" fmla="*/ 2286000 w 2286000"/>
                <a:gd name="connsiteY1" fmla="*/ 0 h 457200"/>
                <a:gd name="connsiteX2" fmla="*/ 2286000 w 2286000"/>
                <a:gd name="connsiteY2" fmla="*/ 457200 h 457200"/>
                <a:gd name="connsiteX3" fmla="*/ 0 w 2286000"/>
                <a:gd name="connsiteY3" fmla="*/ 457200 h 457200"/>
                <a:gd name="connsiteX4" fmla="*/ 0 w 2286000"/>
                <a:gd name="connsiteY4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457200">
                  <a:moveTo>
                    <a:pt x="0" y="0"/>
                  </a:moveTo>
                  <a:lnTo>
                    <a:pt x="2286000" y="0"/>
                  </a:lnTo>
                  <a:lnTo>
                    <a:pt x="22860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17342424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55ABBDB2-EFAD-489F-BE24-5E6D17F132C8}"/>
              </a:ext>
            </a:extLst>
          </p:cNvPr>
          <p:cNvGrpSpPr/>
          <p:nvPr userDrawn="1"/>
        </p:nvGrpSpPr>
        <p:grpSpPr>
          <a:xfrm>
            <a:off x="10094865" y="188866"/>
            <a:ext cx="1908271" cy="1144962"/>
            <a:chOff x="5521093" y="8113852"/>
            <a:chExt cx="1908271" cy="1144962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F4A2FB44-3532-42D9-B845-85BBEE1AAD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270" t="14464" r="39078" b="79971"/>
            <a:stretch>
              <a:fillRect/>
            </a:stretch>
          </p:blipFill>
          <p:spPr>
            <a:xfrm>
              <a:off x="5521093" y="8877160"/>
              <a:ext cx="1908271" cy="381654"/>
            </a:xfrm>
            <a:custGeom>
              <a:avLst/>
              <a:gdLst>
                <a:gd name="connsiteX0" fmla="*/ 0 w 1908271"/>
                <a:gd name="connsiteY0" fmla="*/ 0 h 381654"/>
                <a:gd name="connsiteX1" fmla="*/ 1908271 w 1908271"/>
                <a:gd name="connsiteY1" fmla="*/ 0 h 381654"/>
                <a:gd name="connsiteX2" fmla="*/ 1908271 w 1908271"/>
                <a:gd name="connsiteY2" fmla="*/ 381654 h 381654"/>
                <a:gd name="connsiteX3" fmla="*/ 0 w 1908271"/>
                <a:gd name="connsiteY3" fmla="*/ 381654 h 381654"/>
                <a:gd name="connsiteX4" fmla="*/ 0 w 1908271"/>
                <a:gd name="connsiteY4" fmla="*/ 0 h 38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71" h="381654">
                  <a:moveTo>
                    <a:pt x="0" y="0"/>
                  </a:moveTo>
                  <a:lnTo>
                    <a:pt x="1908271" y="0"/>
                  </a:lnTo>
                  <a:lnTo>
                    <a:pt x="1908271" y="381654"/>
                  </a:lnTo>
                  <a:lnTo>
                    <a:pt x="0" y="381654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5A64F90-724D-44FA-8BDC-F9EFDCBBA61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270" t="3333" r="39078" b="91102"/>
            <a:stretch>
              <a:fillRect/>
            </a:stretch>
          </p:blipFill>
          <p:spPr>
            <a:xfrm>
              <a:off x="5521093" y="8113852"/>
              <a:ext cx="1908271" cy="381654"/>
            </a:xfrm>
            <a:custGeom>
              <a:avLst/>
              <a:gdLst>
                <a:gd name="connsiteX0" fmla="*/ 0 w 1908271"/>
                <a:gd name="connsiteY0" fmla="*/ 0 h 381654"/>
                <a:gd name="connsiteX1" fmla="*/ 1908271 w 1908271"/>
                <a:gd name="connsiteY1" fmla="*/ 0 h 381654"/>
                <a:gd name="connsiteX2" fmla="*/ 1908271 w 1908271"/>
                <a:gd name="connsiteY2" fmla="*/ 381654 h 381654"/>
                <a:gd name="connsiteX3" fmla="*/ 0 w 1908271"/>
                <a:gd name="connsiteY3" fmla="*/ 381654 h 381654"/>
                <a:gd name="connsiteX4" fmla="*/ 0 w 1908271"/>
                <a:gd name="connsiteY4" fmla="*/ 0 h 38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71" h="381654">
                  <a:moveTo>
                    <a:pt x="0" y="0"/>
                  </a:moveTo>
                  <a:lnTo>
                    <a:pt x="1908271" y="0"/>
                  </a:lnTo>
                  <a:lnTo>
                    <a:pt x="1908271" y="381654"/>
                  </a:lnTo>
                  <a:lnTo>
                    <a:pt x="0" y="381654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4BA5022F-5F3F-4F5C-9108-473349118F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79" r="64134" b="66667"/>
          <a:stretch/>
        </p:blipFill>
        <p:spPr>
          <a:xfrm flipH="1">
            <a:off x="0" y="4572000"/>
            <a:ext cx="112003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0 h 2286000"/>
              <a:gd name="connsiteX2" fmla="*/ 2286000 w 2286000"/>
              <a:gd name="connsiteY2" fmla="*/ 2286000 h 2286000"/>
              <a:gd name="connsiteX3" fmla="*/ 0 w 2286000"/>
              <a:gd name="connsiteY3" fmla="*/ 2286000 h 2286000"/>
              <a:gd name="connsiteX4" fmla="*/ 0 w 2286000"/>
              <a:gd name="connsiteY4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0"/>
                </a:ln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C1DE1D8-EDA0-4186-834B-176CA4F57A51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43" t="66667" r="68204" b="22217"/>
          <a:stretch>
            <a:fillRect/>
          </a:stretch>
        </p:blipFill>
        <p:spPr>
          <a:xfrm flipH="1">
            <a:off x="1120030" y="5333815"/>
            <a:ext cx="762382" cy="762370"/>
          </a:xfrm>
          <a:custGeom>
            <a:avLst/>
            <a:gdLst>
              <a:gd name="connsiteX0" fmla="*/ 381191 w 762382"/>
              <a:gd name="connsiteY0" fmla="*/ 0 h 762370"/>
              <a:gd name="connsiteX1" fmla="*/ 762382 w 762382"/>
              <a:gd name="connsiteY1" fmla="*/ 381185 h 762370"/>
              <a:gd name="connsiteX2" fmla="*/ 381191 w 762382"/>
              <a:gd name="connsiteY2" fmla="*/ 762370 h 762370"/>
              <a:gd name="connsiteX3" fmla="*/ 0 w 762382"/>
              <a:gd name="connsiteY3" fmla="*/ 381185 h 762370"/>
              <a:gd name="connsiteX4" fmla="*/ 381191 w 762382"/>
              <a:gd name="connsiteY4" fmla="*/ 0 h 7623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2382" h="762370">
                <a:moveTo>
                  <a:pt x="381191" y="0"/>
                </a:moveTo>
                <a:cubicBezTo>
                  <a:pt x="591717" y="0"/>
                  <a:pt x="762382" y="170662"/>
                  <a:pt x="762382" y="381185"/>
                </a:cubicBezTo>
                <a:cubicBezTo>
                  <a:pt x="762382" y="591708"/>
                  <a:pt x="591717" y="762370"/>
                  <a:pt x="381191" y="762370"/>
                </a:cubicBezTo>
                <a:cubicBezTo>
                  <a:pt x="170665" y="762370"/>
                  <a:pt x="0" y="591708"/>
                  <a:pt x="0" y="381185"/>
                </a:cubicBezTo>
                <a:cubicBezTo>
                  <a:pt x="0" y="170662"/>
                  <a:pt x="170665" y="0"/>
                  <a:pt x="381191" y="0"/>
                </a:cubicBez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82C1AE5-BA0A-428B-B84B-FC522642C64C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BF5CEE9-1A7B-4FAD-81C6-72B618A49310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5333256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248909E-6B05-4879-9DC0-53E15856FC97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4572000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272471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1D351AE-89E1-46D8-845C-8BA947C7AD3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>
            <a:off x="11045627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FDEC513-85F7-4609-A973-EBBC0FDF4F3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>
            <a:off x="11045627" y="5333814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4488E13-193C-4250-855B-D4B2E91F44F2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>
            <a:off x="11045627" y="4572000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51FDD6B-9B47-4166-A9CA-6D475FE6733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>
            <a:off x="9906000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727AC32-B179-4815-8EFB-3060B34618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16" r="73509" b="66667"/>
          <a:stretch/>
        </p:blipFill>
        <p:spPr>
          <a:xfrm flipH="1">
            <a:off x="0" y="0"/>
            <a:ext cx="114300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0 h 2286000"/>
              <a:gd name="connsiteX2" fmla="*/ 2286000 w 2286000"/>
              <a:gd name="connsiteY2" fmla="*/ 2286000 h 2286000"/>
              <a:gd name="connsiteX3" fmla="*/ 0 w 2286000"/>
              <a:gd name="connsiteY3" fmla="*/ 2286000 h 2286000"/>
              <a:gd name="connsiteX4" fmla="*/ 0 w 2286000"/>
              <a:gd name="connsiteY4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0"/>
                </a:ln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9201768-DD1C-4CF1-BC90-C308CC937703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95" t="66667" r="56307" b="27826"/>
          <a:stretch>
            <a:fillRect/>
          </a:stretch>
        </p:blipFill>
        <p:spPr>
          <a:xfrm flipH="1">
            <a:off x="320043" y="449192"/>
            <a:ext cx="377692" cy="377686"/>
          </a:xfrm>
          <a:custGeom>
            <a:avLst/>
            <a:gdLst>
              <a:gd name="connsiteX0" fmla="*/ 188846 w 377692"/>
              <a:gd name="connsiteY0" fmla="*/ 0 h 377686"/>
              <a:gd name="connsiteX1" fmla="*/ 377692 w 377692"/>
              <a:gd name="connsiteY1" fmla="*/ 188843 h 377686"/>
              <a:gd name="connsiteX2" fmla="*/ 188846 w 377692"/>
              <a:gd name="connsiteY2" fmla="*/ 377686 h 377686"/>
              <a:gd name="connsiteX3" fmla="*/ 0 w 377692"/>
              <a:gd name="connsiteY3" fmla="*/ 188843 h 377686"/>
              <a:gd name="connsiteX4" fmla="*/ 188846 w 377692"/>
              <a:gd name="connsiteY4" fmla="*/ 0 h 377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7692" h="377686">
                <a:moveTo>
                  <a:pt x="188846" y="0"/>
                </a:moveTo>
                <a:cubicBezTo>
                  <a:pt x="293143" y="0"/>
                  <a:pt x="377692" y="84548"/>
                  <a:pt x="377692" y="188843"/>
                </a:cubicBezTo>
                <a:cubicBezTo>
                  <a:pt x="377692" y="293138"/>
                  <a:pt x="293143" y="377686"/>
                  <a:pt x="188846" y="377686"/>
                </a:cubicBezTo>
                <a:cubicBezTo>
                  <a:pt x="84549" y="377686"/>
                  <a:pt x="0" y="293138"/>
                  <a:pt x="0" y="188843"/>
                </a:cubicBezTo>
                <a:cubicBezTo>
                  <a:pt x="0" y="84548"/>
                  <a:pt x="84549" y="0"/>
                  <a:pt x="188846" y="0"/>
                </a:cubicBezTo>
                <a:close/>
              </a:path>
            </a:pathLst>
          </a:cu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D9FC184-CE82-4E4D-B4CC-A1BC33BA0387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95" t="66667" r="56307" b="27826"/>
          <a:stretch>
            <a:fillRect/>
          </a:stretch>
        </p:blipFill>
        <p:spPr>
          <a:xfrm flipH="1">
            <a:off x="320043" y="1459123"/>
            <a:ext cx="377692" cy="377686"/>
          </a:xfrm>
          <a:custGeom>
            <a:avLst/>
            <a:gdLst>
              <a:gd name="connsiteX0" fmla="*/ 188846 w 377692"/>
              <a:gd name="connsiteY0" fmla="*/ 0 h 377686"/>
              <a:gd name="connsiteX1" fmla="*/ 377692 w 377692"/>
              <a:gd name="connsiteY1" fmla="*/ 188843 h 377686"/>
              <a:gd name="connsiteX2" fmla="*/ 188846 w 377692"/>
              <a:gd name="connsiteY2" fmla="*/ 377686 h 377686"/>
              <a:gd name="connsiteX3" fmla="*/ 0 w 377692"/>
              <a:gd name="connsiteY3" fmla="*/ 188843 h 377686"/>
              <a:gd name="connsiteX4" fmla="*/ 188846 w 377692"/>
              <a:gd name="connsiteY4" fmla="*/ 0 h 377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7692" h="377686">
                <a:moveTo>
                  <a:pt x="188846" y="0"/>
                </a:moveTo>
                <a:cubicBezTo>
                  <a:pt x="293143" y="0"/>
                  <a:pt x="377692" y="84548"/>
                  <a:pt x="377692" y="188843"/>
                </a:cubicBezTo>
                <a:cubicBezTo>
                  <a:pt x="377692" y="293138"/>
                  <a:pt x="293143" y="377686"/>
                  <a:pt x="188846" y="377686"/>
                </a:cubicBezTo>
                <a:cubicBezTo>
                  <a:pt x="84549" y="377686"/>
                  <a:pt x="0" y="293138"/>
                  <a:pt x="0" y="188843"/>
                </a:cubicBezTo>
                <a:cubicBezTo>
                  <a:pt x="0" y="84548"/>
                  <a:pt x="84549" y="0"/>
                  <a:pt x="188846" y="0"/>
                </a:cubicBezTo>
                <a:close/>
              </a:path>
            </a:pathLst>
          </a:custGeom>
        </p:spPr>
      </p:pic>
      <p:sp>
        <p:nvSpPr>
          <p:cNvPr id="18" name="그림 개체 틀 4">
            <a:extLst>
              <a:ext uri="{FF2B5EF4-FFF2-40B4-BE49-F238E27FC236}">
                <a16:creationId xmlns:a16="http://schemas.microsoft.com/office/drawing/2014/main" id="{63A85015-BC63-4808-B697-0FDA25093235}"/>
              </a:ext>
            </a:extLst>
          </p:cNvPr>
          <p:cNvSpPr>
            <a:spLocks noGrp="1"/>
          </p:cNvSpPr>
          <p:nvPr userDrawn="1">
            <p:ph type="pic" sz="quarter" idx="10" hasCustomPrompt="1"/>
          </p:nvPr>
        </p:nvSpPr>
        <p:spPr>
          <a:xfrm>
            <a:off x="7228115" y="1221555"/>
            <a:ext cx="3561090" cy="4414891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972000" anchor="ctr" anchorCtr="1"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40438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1" name="그림 140">
            <a:extLst>
              <a:ext uri="{FF2B5EF4-FFF2-40B4-BE49-F238E27FC236}">
                <a16:creationId xmlns:a16="http://schemas.microsoft.com/office/drawing/2014/main" id="{560E03EB-19AD-4951-B6D8-C48D5F7A31C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66667" r="18750"/>
          <a:stretch>
            <a:fillRect/>
          </a:stretch>
        </p:blipFill>
        <p:spPr>
          <a:xfrm flipH="1">
            <a:off x="9905960" y="0"/>
            <a:ext cx="2286040" cy="2285999"/>
          </a:xfrm>
          <a:custGeom>
            <a:avLst/>
            <a:gdLst>
              <a:gd name="connsiteX0" fmla="*/ 40 w 2286040"/>
              <a:gd name="connsiteY0" fmla="*/ 0 h 2285999"/>
              <a:gd name="connsiteX1" fmla="*/ 2286040 w 2286040"/>
              <a:gd name="connsiteY1" fmla="*/ 0 h 2285999"/>
              <a:gd name="connsiteX2" fmla="*/ 233770 w 2286040"/>
              <a:gd name="connsiteY2" fmla="*/ 2274198 h 2285999"/>
              <a:gd name="connsiteX3" fmla="*/ 60 w 2286040"/>
              <a:gd name="connsiteY3" fmla="*/ 2285999 h 2285999"/>
              <a:gd name="connsiteX4" fmla="*/ 20 w 2286040"/>
              <a:gd name="connsiteY4" fmla="*/ 2285999 h 2285999"/>
              <a:gd name="connsiteX5" fmla="*/ 0 w 2286040"/>
              <a:gd name="connsiteY5" fmla="*/ 2285998 h 2285999"/>
              <a:gd name="connsiteX6" fmla="*/ 40 w 2286040"/>
              <a:gd name="connsiteY6" fmla="*/ 2285998 h 2285999"/>
              <a:gd name="connsiteX7" fmla="*/ 40 w 2286040"/>
              <a:gd name="connsiteY7" fmla="*/ 0 h 228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6040" h="2285999">
                <a:moveTo>
                  <a:pt x="40" y="0"/>
                </a:moveTo>
                <a:lnTo>
                  <a:pt x="2286040" y="0"/>
                </a:lnTo>
                <a:cubicBezTo>
                  <a:pt x="2286040" y="1183616"/>
                  <a:pt x="1386500" y="2157132"/>
                  <a:pt x="233770" y="2274198"/>
                </a:cubicBezTo>
                <a:lnTo>
                  <a:pt x="60" y="2285999"/>
                </a:lnTo>
                <a:lnTo>
                  <a:pt x="20" y="2285999"/>
                </a:lnTo>
                <a:lnTo>
                  <a:pt x="0" y="2285998"/>
                </a:lnTo>
                <a:lnTo>
                  <a:pt x="40" y="2285998"/>
                </a:lnTo>
                <a:lnTo>
                  <a:pt x="40" y="0"/>
                </a:lnTo>
                <a:close/>
              </a:path>
            </a:pathLst>
          </a:custGeom>
        </p:spPr>
      </p:pic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62ED69C3-D52A-4DEC-8FA0-5D3D267453AA}"/>
              </a:ext>
            </a:extLst>
          </p:cNvPr>
          <p:cNvGrpSpPr/>
          <p:nvPr userDrawn="1"/>
        </p:nvGrpSpPr>
        <p:grpSpPr>
          <a:xfrm>
            <a:off x="0" y="5335739"/>
            <a:ext cx="2286000" cy="1522261"/>
            <a:chOff x="5159384" y="-2212485"/>
            <a:chExt cx="2286000" cy="1522261"/>
          </a:xfrm>
        </p:grpSpPr>
        <p:pic>
          <p:nvPicPr>
            <p:cNvPr id="143" name="그림 142">
              <a:extLst>
                <a:ext uri="{FF2B5EF4-FFF2-40B4-BE49-F238E27FC236}">
                  <a16:creationId xmlns:a16="http://schemas.microsoft.com/office/drawing/2014/main" id="{52CA6DAF-1AA6-47E7-B46D-633F755A7DA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t="11137" r="64134" b="66666"/>
            <a:stretch/>
          </p:blipFill>
          <p:spPr>
            <a:xfrm>
              <a:off x="5159384" y="-2212485"/>
              <a:ext cx="2286000" cy="152226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44" name="그림 143">
              <a:extLst>
                <a:ext uri="{FF2B5EF4-FFF2-40B4-BE49-F238E27FC236}">
                  <a16:creationId xmlns:a16="http://schemas.microsoft.com/office/drawing/2014/main" id="{FFF6721E-3CE3-45F7-BF6C-D6494D8CEC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6302384" y="-1452596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45" name="그림 144">
              <a:extLst>
                <a:ext uri="{FF2B5EF4-FFF2-40B4-BE49-F238E27FC236}">
                  <a16:creationId xmlns:a16="http://schemas.microsoft.com/office/drawing/2014/main" id="{2D85EB3B-CB25-45D0-982F-622B7802037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6872197" y="-1452596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46" name="그림 145">
              <a:extLst>
                <a:ext uri="{FF2B5EF4-FFF2-40B4-BE49-F238E27FC236}">
                  <a16:creationId xmlns:a16="http://schemas.microsoft.com/office/drawing/2014/main" id="{DEC8C72F-DCF4-4C36-867B-00520AC0A3C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6299010" y="-2212484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  <p:pic>
          <p:nvPicPr>
            <p:cNvPr id="147" name="그림 146">
              <a:extLst>
                <a:ext uri="{FF2B5EF4-FFF2-40B4-BE49-F238E27FC236}">
                  <a16:creationId xmlns:a16="http://schemas.microsoft.com/office/drawing/2014/main" id="{1E490D83-71D1-4A10-BBC8-AF5B25EC8BD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5159384" y="-1452596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48" name="그림 147">
              <a:extLst>
                <a:ext uri="{FF2B5EF4-FFF2-40B4-BE49-F238E27FC236}">
                  <a16:creationId xmlns:a16="http://schemas.microsoft.com/office/drawing/2014/main" id="{90CFC629-016C-4E24-ABC2-08D6EF8EDBF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5729197" y="-1452596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49" name="그림 148">
              <a:extLst>
                <a:ext uri="{FF2B5EF4-FFF2-40B4-BE49-F238E27FC236}">
                  <a16:creationId xmlns:a16="http://schemas.microsoft.com/office/drawing/2014/main" id="{BDE19BCD-85C3-48F4-A1A0-6D4B2C5D770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5159384" y="-2212484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</p:grpSp>
      <p:sp>
        <p:nvSpPr>
          <p:cNvPr id="14" name="그림 개체 틀 17">
            <a:extLst>
              <a:ext uri="{FF2B5EF4-FFF2-40B4-BE49-F238E27FC236}">
                <a16:creationId xmlns:a16="http://schemas.microsoft.com/office/drawing/2014/main" id="{61D1C76F-B989-40F3-BB31-C0D870601E3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64506" y="1836367"/>
            <a:ext cx="3208520" cy="1823811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5" name="그림 개체 틀 17">
            <a:extLst>
              <a:ext uri="{FF2B5EF4-FFF2-40B4-BE49-F238E27FC236}">
                <a16:creationId xmlns:a16="http://schemas.microsoft.com/office/drawing/2014/main" id="{BCB9D241-5F6D-4F30-8534-8F42A9E124B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491740" y="4272346"/>
            <a:ext cx="3208520" cy="1823811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6" name="그림 개체 틀 17">
            <a:extLst>
              <a:ext uri="{FF2B5EF4-FFF2-40B4-BE49-F238E27FC236}">
                <a16:creationId xmlns:a16="http://schemas.microsoft.com/office/drawing/2014/main" id="{56C6372E-1625-4F6C-82AD-73698A11210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18974" y="1836367"/>
            <a:ext cx="3208520" cy="1823811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743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7093E800-C71D-4C84-96BB-1806DADF9BD3}"/>
              </a:ext>
            </a:extLst>
          </p:cNvPr>
          <p:cNvGrpSpPr/>
          <p:nvPr userDrawn="1"/>
        </p:nvGrpSpPr>
        <p:grpSpPr>
          <a:xfrm>
            <a:off x="10263336" y="4571442"/>
            <a:ext cx="1928664" cy="2286558"/>
            <a:chOff x="5770129" y="4442085"/>
            <a:chExt cx="1928664" cy="2286558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A8978083-BD3D-4B11-9723-2A8E8B289489}"/>
                </a:ext>
              </a:extLst>
            </p:cNvPr>
            <p:cNvGrpSpPr/>
            <p:nvPr userDrawn="1"/>
          </p:nvGrpSpPr>
          <p:grpSpPr>
            <a:xfrm>
              <a:off x="6552420" y="4442085"/>
              <a:ext cx="1146373" cy="2286558"/>
              <a:chOff x="8269092" y="2285441"/>
              <a:chExt cx="1146373" cy="2286558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ABB3836B-6031-4AD2-B944-AF9AADF2EF4C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3809627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B1A3338F-1F7E-4ACC-B7B1-BDAE9F7FFAB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3052238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5801C6A8-A62B-46B3-96B5-D5E1A7EC5AA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2285441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</p:grp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84D2AF52-1B01-4425-95B2-B0D73B2FF6D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595" t="66667" r="56307" b="27826"/>
            <a:stretch>
              <a:fillRect/>
            </a:stretch>
          </p:blipFill>
          <p:spPr>
            <a:xfrm>
              <a:off x="5770129" y="4634428"/>
              <a:ext cx="377692" cy="377686"/>
            </a:xfrm>
            <a:custGeom>
              <a:avLst/>
              <a:gdLst>
                <a:gd name="connsiteX0" fmla="*/ 188846 w 377692"/>
                <a:gd name="connsiteY0" fmla="*/ 0 h 377686"/>
                <a:gd name="connsiteX1" fmla="*/ 377692 w 377692"/>
                <a:gd name="connsiteY1" fmla="*/ 188843 h 377686"/>
                <a:gd name="connsiteX2" fmla="*/ 188846 w 377692"/>
                <a:gd name="connsiteY2" fmla="*/ 377686 h 377686"/>
                <a:gd name="connsiteX3" fmla="*/ 0 w 377692"/>
                <a:gd name="connsiteY3" fmla="*/ 188843 h 377686"/>
                <a:gd name="connsiteX4" fmla="*/ 188846 w 377692"/>
                <a:gd name="connsiteY4" fmla="*/ 0 h 377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692" h="377686">
                  <a:moveTo>
                    <a:pt x="188846" y="0"/>
                  </a:moveTo>
                  <a:cubicBezTo>
                    <a:pt x="293143" y="0"/>
                    <a:pt x="377692" y="84548"/>
                    <a:pt x="377692" y="188843"/>
                  </a:cubicBezTo>
                  <a:cubicBezTo>
                    <a:pt x="377692" y="293138"/>
                    <a:pt x="293143" y="377686"/>
                    <a:pt x="188846" y="377686"/>
                  </a:cubicBezTo>
                  <a:cubicBezTo>
                    <a:pt x="84549" y="377686"/>
                    <a:pt x="0" y="293138"/>
                    <a:pt x="0" y="188843"/>
                  </a:cubicBezTo>
                  <a:cubicBezTo>
                    <a:pt x="0" y="84548"/>
                    <a:pt x="84549" y="0"/>
                    <a:pt x="188846" y="0"/>
                  </a:cubicBezTo>
                  <a:close/>
                </a:path>
              </a:pathLst>
            </a:custGeom>
          </p:spPr>
        </p:pic>
      </p:grpSp>
      <p:pic>
        <p:nvPicPr>
          <p:cNvPr id="11" name="그림 10">
            <a:extLst>
              <a:ext uri="{FF2B5EF4-FFF2-40B4-BE49-F238E27FC236}">
                <a16:creationId xmlns:a16="http://schemas.microsoft.com/office/drawing/2014/main" id="{A0110505-4253-4FA0-8596-BDDF8E8FE146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66667" r="18750"/>
          <a:stretch>
            <a:fillRect/>
          </a:stretch>
        </p:blipFill>
        <p:spPr>
          <a:xfrm>
            <a:off x="0" y="0"/>
            <a:ext cx="2286040" cy="2285999"/>
          </a:xfrm>
          <a:custGeom>
            <a:avLst/>
            <a:gdLst>
              <a:gd name="connsiteX0" fmla="*/ 40 w 2286040"/>
              <a:gd name="connsiteY0" fmla="*/ 0 h 2285999"/>
              <a:gd name="connsiteX1" fmla="*/ 2286040 w 2286040"/>
              <a:gd name="connsiteY1" fmla="*/ 0 h 2285999"/>
              <a:gd name="connsiteX2" fmla="*/ 233770 w 2286040"/>
              <a:gd name="connsiteY2" fmla="*/ 2274198 h 2285999"/>
              <a:gd name="connsiteX3" fmla="*/ 60 w 2286040"/>
              <a:gd name="connsiteY3" fmla="*/ 2285999 h 2285999"/>
              <a:gd name="connsiteX4" fmla="*/ 20 w 2286040"/>
              <a:gd name="connsiteY4" fmla="*/ 2285999 h 2285999"/>
              <a:gd name="connsiteX5" fmla="*/ 0 w 2286040"/>
              <a:gd name="connsiteY5" fmla="*/ 2285998 h 2285999"/>
              <a:gd name="connsiteX6" fmla="*/ 40 w 2286040"/>
              <a:gd name="connsiteY6" fmla="*/ 2285998 h 2285999"/>
              <a:gd name="connsiteX7" fmla="*/ 40 w 2286040"/>
              <a:gd name="connsiteY7" fmla="*/ 0 h 228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6040" h="2285999">
                <a:moveTo>
                  <a:pt x="40" y="0"/>
                </a:moveTo>
                <a:lnTo>
                  <a:pt x="2286040" y="0"/>
                </a:lnTo>
                <a:cubicBezTo>
                  <a:pt x="2286040" y="1183616"/>
                  <a:pt x="1386500" y="2157132"/>
                  <a:pt x="233770" y="2274198"/>
                </a:cubicBezTo>
                <a:lnTo>
                  <a:pt x="60" y="2285999"/>
                </a:lnTo>
                <a:lnTo>
                  <a:pt x="20" y="2285999"/>
                </a:lnTo>
                <a:lnTo>
                  <a:pt x="0" y="2285998"/>
                </a:lnTo>
                <a:lnTo>
                  <a:pt x="40" y="2285998"/>
                </a:lnTo>
                <a:lnTo>
                  <a:pt x="40" y="0"/>
                </a:lnTo>
                <a:close/>
              </a:path>
            </a:pathLst>
          </a:custGeom>
        </p:spPr>
      </p:pic>
      <p:sp>
        <p:nvSpPr>
          <p:cNvPr id="12" name="그림 개체 틀 17">
            <a:extLst>
              <a:ext uri="{FF2B5EF4-FFF2-40B4-BE49-F238E27FC236}">
                <a16:creationId xmlns:a16="http://schemas.microsoft.com/office/drawing/2014/main" id="{F61B1777-D1A6-4300-9319-4E8D1A857EB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103130" y="1155123"/>
            <a:ext cx="1976212" cy="197621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0">
            <a:noFill/>
          </a:ln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3" name="그림 개체 틀 17">
            <a:extLst>
              <a:ext uri="{FF2B5EF4-FFF2-40B4-BE49-F238E27FC236}">
                <a16:creationId xmlns:a16="http://schemas.microsoft.com/office/drawing/2014/main" id="{8C662360-7F05-452D-842C-B43AA6C4EF6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103130" y="3726667"/>
            <a:ext cx="1976212" cy="197621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0">
            <a:noFill/>
          </a:ln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4" name="그림 개체 틀 17">
            <a:extLst>
              <a:ext uri="{FF2B5EF4-FFF2-40B4-BE49-F238E27FC236}">
                <a16:creationId xmlns:a16="http://schemas.microsoft.com/office/drawing/2014/main" id="{6FB88CD8-DD23-4293-90E8-26D6CC9E72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46630" y="1155123"/>
            <a:ext cx="1976212" cy="197621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0">
            <a:noFill/>
          </a:ln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5" name="그림 개체 틀 17">
            <a:extLst>
              <a:ext uri="{FF2B5EF4-FFF2-40B4-BE49-F238E27FC236}">
                <a16:creationId xmlns:a16="http://schemas.microsoft.com/office/drawing/2014/main" id="{19B86485-393B-4B2F-9E28-D989FA4D9FE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46630" y="3726667"/>
            <a:ext cx="1976212" cy="197621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0">
            <a:noFill/>
          </a:ln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004853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그림 개체 틀 4">
            <a:extLst>
              <a:ext uri="{FF2B5EF4-FFF2-40B4-BE49-F238E27FC236}">
                <a16:creationId xmlns:a16="http://schemas.microsoft.com/office/drawing/2014/main" id="{3FC23BCB-14DD-4A81-9EBB-940DDA1BE1D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1620000" bIns="288000" anchor="ctr" anchorCtr="0"/>
          <a:lstStyle>
            <a:lvl1pPr algn="ctr">
              <a:defRPr lang="ko-KR" altLang="en-US" sz="1800" b="1" dirty="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C29237A-4FB9-4987-8D7D-A626EA0D3E62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11045627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3D580C0-3060-4873-B63A-927DDF5976FE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43" t="66667" r="68204" b="22217"/>
          <a:stretch>
            <a:fillRect/>
          </a:stretch>
        </p:blipFill>
        <p:spPr>
          <a:xfrm flipH="1">
            <a:off x="11429618" y="5008963"/>
            <a:ext cx="762382" cy="762370"/>
          </a:xfrm>
          <a:custGeom>
            <a:avLst/>
            <a:gdLst>
              <a:gd name="connsiteX0" fmla="*/ 381191 w 762382"/>
              <a:gd name="connsiteY0" fmla="*/ 0 h 762370"/>
              <a:gd name="connsiteX1" fmla="*/ 762382 w 762382"/>
              <a:gd name="connsiteY1" fmla="*/ 381185 h 762370"/>
              <a:gd name="connsiteX2" fmla="*/ 381191 w 762382"/>
              <a:gd name="connsiteY2" fmla="*/ 762370 h 762370"/>
              <a:gd name="connsiteX3" fmla="*/ 0 w 762382"/>
              <a:gd name="connsiteY3" fmla="*/ 381185 h 762370"/>
              <a:gd name="connsiteX4" fmla="*/ 381191 w 762382"/>
              <a:gd name="connsiteY4" fmla="*/ 0 h 7623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2382" h="762370">
                <a:moveTo>
                  <a:pt x="381191" y="0"/>
                </a:moveTo>
                <a:cubicBezTo>
                  <a:pt x="591717" y="0"/>
                  <a:pt x="762382" y="170662"/>
                  <a:pt x="762382" y="381185"/>
                </a:cubicBezTo>
                <a:cubicBezTo>
                  <a:pt x="762382" y="591708"/>
                  <a:pt x="591717" y="762370"/>
                  <a:pt x="381191" y="762370"/>
                </a:cubicBezTo>
                <a:cubicBezTo>
                  <a:pt x="170665" y="762370"/>
                  <a:pt x="0" y="591708"/>
                  <a:pt x="0" y="381185"/>
                </a:cubicBezTo>
                <a:cubicBezTo>
                  <a:pt x="0" y="170662"/>
                  <a:pt x="170665" y="0"/>
                  <a:pt x="381191" y="0"/>
                </a:cubicBez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AC22BFF-E539-4BDE-81EB-9F6B5FF0E6A5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 flipH="1">
            <a:off x="6096000" y="5715180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0584774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3" name="Graphic 3">
            <a:hlinkClick r:id="rId2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5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B469820-8440-4DAF-9D3E-4D7A8D7207B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2CCAF1D-6B7A-4CCF-A699-AA2F3C26679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66667" r="18750"/>
          <a:stretch>
            <a:fillRect/>
          </a:stretch>
        </p:blipFill>
        <p:spPr>
          <a:xfrm flipH="1">
            <a:off x="9905960" y="0"/>
            <a:ext cx="2286040" cy="2285999"/>
          </a:xfrm>
          <a:custGeom>
            <a:avLst/>
            <a:gdLst>
              <a:gd name="connsiteX0" fmla="*/ 40 w 2286040"/>
              <a:gd name="connsiteY0" fmla="*/ 0 h 2285999"/>
              <a:gd name="connsiteX1" fmla="*/ 2286040 w 2286040"/>
              <a:gd name="connsiteY1" fmla="*/ 0 h 2285999"/>
              <a:gd name="connsiteX2" fmla="*/ 233770 w 2286040"/>
              <a:gd name="connsiteY2" fmla="*/ 2274198 h 2285999"/>
              <a:gd name="connsiteX3" fmla="*/ 60 w 2286040"/>
              <a:gd name="connsiteY3" fmla="*/ 2285999 h 2285999"/>
              <a:gd name="connsiteX4" fmla="*/ 20 w 2286040"/>
              <a:gd name="connsiteY4" fmla="*/ 2285999 h 2285999"/>
              <a:gd name="connsiteX5" fmla="*/ 0 w 2286040"/>
              <a:gd name="connsiteY5" fmla="*/ 2285998 h 2285999"/>
              <a:gd name="connsiteX6" fmla="*/ 40 w 2286040"/>
              <a:gd name="connsiteY6" fmla="*/ 2285998 h 2285999"/>
              <a:gd name="connsiteX7" fmla="*/ 40 w 2286040"/>
              <a:gd name="connsiteY7" fmla="*/ 0 h 228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6040" h="2285999">
                <a:moveTo>
                  <a:pt x="40" y="0"/>
                </a:moveTo>
                <a:lnTo>
                  <a:pt x="2286040" y="0"/>
                </a:lnTo>
                <a:cubicBezTo>
                  <a:pt x="2286040" y="1183616"/>
                  <a:pt x="1386500" y="2157132"/>
                  <a:pt x="233770" y="2274198"/>
                </a:cubicBezTo>
                <a:lnTo>
                  <a:pt x="60" y="2285999"/>
                </a:lnTo>
                <a:lnTo>
                  <a:pt x="20" y="2285999"/>
                </a:lnTo>
                <a:lnTo>
                  <a:pt x="0" y="2285998"/>
                </a:lnTo>
                <a:lnTo>
                  <a:pt x="40" y="2285998"/>
                </a:lnTo>
                <a:lnTo>
                  <a:pt x="40" y="0"/>
                </a:lnTo>
                <a:close/>
              </a:path>
            </a:pathLst>
          </a:cu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3461488-86C5-4C26-9E06-BFCE638607D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79" r="64134" b="66667"/>
          <a:stretch/>
        </p:blipFill>
        <p:spPr>
          <a:xfrm flipH="1">
            <a:off x="0" y="4572000"/>
            <a:ext cx="112003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0 h 2286000"/>
              <a:gd name="connsiteX2" fmla="*/ 2286000 w 2286000"/>
              <a:gd name="connsiteY2" fmla="*/ 2286000 h 2286000"/>
              <a:gd name="connsiteX3" fmla="*/ 0 w 2286000"/>
              <a:gd name="connsiteY3" fmla="*/ 2286000 h 2286000"/>
              <a:gd name="connsiteX4" fmla="*/ 0 w 2286000"/>
              <a:gd name="connsiteY4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0"/>
                </a:ln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891DF1D-BC56-4038-AA2E-DA46717D010D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43" t="66667" r="68204" b="22217"/>
          <a:stretch>
            <a:fillRect/>
          </a:stretch>
        </p:blipFill>
        <p:spPr>
          <a:xfrm flipH="1">
            <a:off x="1120030" y="5333815"/>
            <a:ext cx="762382" cy="762370"/>
          </a:xfrm>
          <a:custGeom>
            <a:avLst/>
            <a:gdLst>
              <a:gd name="connsiteX0" fmla="*/ 381191 w 762382"/>
              <a:gd name="connsiteY0" fmla="*/ 0 h 762370"/>
              <a:gd name="connsiteX1" fmla="*/ 762382 w 762382"/>
              <a:gd name="connsiteY1" fmla="*/ 381185 h 762370"/>
              <a:gd name="connsiteX2" fmla="*/ 381191 w 762382"/>
              <a:gd name="connsiteY2" fmla="*/ 762370 h 762370"/>
              <a:gd name="connsiteX3" fmla="*/ 0 w 762382"/>
              <a:gd name="connsiteY3" fmla="*/ 381185 h 762370"/>
              <a:gd name="connsiteX4" fmla="*/ 381191 w 762382"/>
              <a:gd name="connsiteY4" fmla="*/ 0 h 7623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2382" h="762370">
                <a:moveTo>
                  <a:pt x="381191" y="0"/>
                </a:moveTo>
                <a:cubicBezTo>
                  <a:pt x="591717" y="0"/>
                  <a:pt x="762382" y="170662"/>
                  <a:pt x="762382" y="381185"/>
                </a:cubicBezTo>
                <a:cubicBezTo>
                  <a:pt x="762382" y="591708"/>
                  <a:pt x="591717" y="762370"/>
                  <a:pt x="381191" y="762370"/>
                </a:cubicBezTo>
                <a:cubicBezTo>
                  <a:pt x="170665" y="762370"/>
                  <a:pt x="0" y="591708"/>
                  <a:pt x="0" y="381185"/>
                </a:cubicBezTo>
                <a:cubicBezTo>
                  <a:pt x="0" y="170662"/>
                  <a:pt x="170665" y="0"/>
                  <a:pt x="381191" y="0"/>
                </a:cubicBezTo>
                <a:close/>
              </a:path>
            </a:pathLst>
          </a:cu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C19242B-333E-45C1-86C2-A6EF3DC41FFC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25016544-6C8C-4F83-B24A-4F7E32658FF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5333256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B60BEBBA-1D7B-418A-98A5-5260FD256C4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4572000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sp>
        <p:nvSpPr>
          <p:cNvPr id="11" name="그림 개체 틀 11">
            <a:extLst>
              <a:ext uri="{FF2B5EF4-FFF2-40B4-BE49-F238E27FC236}">
                <a16:creationId xmlns:a16="http://schemas.microsoft.com/office/drawing/2014/main" id="{D61B0339-38C8-49C5-B11B-497B32B2974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106339" y="1081213"/>
            <a:ext cx="2211845" cy="4839816"/>
          </a:xfrm>
          <a:prstGeom prst="roundRect">
            <a:avLst>
              <a:gd name="adj" fmla="val 13456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>
              <a:defRPr lang="ko-KR" altLang="en-US" sz="2000" dirty="0"/>
            </a:lvl1pPr>
          </a:lstStyle>
          <a:p>
            <a:pPr marR="0" lvl="0" fontAlgn="auto">
              <a:spcAft>
                <a:spcPts val="0"/>
              </a:spcAft>
              <a:buClrTx/>
              <a:buSzTx/>
              <a:tabLst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28867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F2FB7B7-64AB-4578-B0CD-2699B109C22E}"/>
              </a:ext>
            </a:extLst>
          </p:cNvPr>
          <p:cNvGrpSpPr/>
          <p:nvPr userDrawn="1"/>
        </p:nvGrpSpPr>
        <p:grpSpPr>
          <a:xfrm flipH="1" flipV="1">
            <a:off x="1" y="0"/>
            <a:ext cx="1524190" cy="2286000"/>
            <a:chOff x="1333849" y="-2996119"/>
            <a:chExt cx="1524190" cy="2286000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AA55CEA4-D786-4B56-AAF7-0A7255EA7DC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53" r="64134" b="66667"/>
            <a:stretch/>
          </p:blipFill>
          <p:spPr>
            <a:xfrm>
              <a:off x="1698172" y="-2996119"/>
              <a:ext cx="1159867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9E76A054-F67F-4C55-A995-CC43D7BC5C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543" t="66667" r="68204" b="22217"/>
            <a:stretch>
              <a:fillRect/>
            </a:stretch>
          </p:blipFill>
          <p:spPr>
            <a:xfrm>
              <a:off x="1333849" y="-2234304"/>
              <a:ext cx="762382" cy="762370"/>
            </a:xfrm>
            <a:custGeom>
              <a:avLst/>
              <a:gdLst>
                <a:gd name="connsiteX0" fmla="*/ 381191 w 762382"/>
                <a:gd name="connsiteY0" fmla="*/ 0 h 762370"/>
                <a:gd name="connsiteX1" fmla="*/ 762382 w 762382"/>
                <a:gd name="connsiteY1" fmla="*/ 381185 h 762370"/>
                <a:gd name="connsiteX2" fmla="*/ 381191 w 762382"/>
                <a:gd name="connsiteY2" fmla="*/ 762370 h 762370"/>
                <a:gd name="connsiteX3" fmla="*/ 0 w 762382"/>
                <a:gd name="connsiteY3" fmla="*/ 381185 h 762370"/>
                <a:gd name="connsiteX4" fmla="*/ 381191 w 762382"/>
                <a:gd name="connsiteY4" fmla="*/ 0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82" h="762370">
                  <a:moveTo>
                    <a:pt x="381191" y="0"/>
                  </a:moveTo>
                  <a:cubicBezTo>
                    <a:pt x="591717" y="0"/>
                    <a:pt x="762382" y="170662"/>
                    <a:pt x="762382" y="381185"/>
                  </a:cubicBezTo>
                  <a:cubicBezTo>
                    <a:pt x="762382" y="591708"/>
                    <a:pt x="591717" y="762370"/>
                    <a:pt x="381191" y="762370"/>
                  </a:cubicBezTo>
                  <a:cubicBezTo>
                    <a:pt x="170665" y="762370"/>
                    <a:pt x="0" y="591708"/>
                    <a:pt x="0" y="381185"/>
                  </a:cubicBezTo>
                  <a:cubicBezTo>
                    <a:pt x="0" y="170662"/>
                    <a:pt x="170665" y="0"/>
                    <a:pt x="381191" y="0"/>
                  </a:cubicBezTo>
                  <a:close/>
                </a:path>
              </a:pathLst>
            </a:cu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50987EA-8409-4470-B15B-8D4C7244CCA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593" t="66667" r="68204" b="22217"/>
            <a:stretch>
              <a:fillRect/>
            </a:stretch>
          </p:blipFill>
          <p:spPr>
            <a:xfrm>
              <a:off x="1705721" y="-2234304"/>
              <a:ext cx="390510" cy="762370"/>
            </a:xfrm>
            <a:custGeom>
              <a:avLst/>
              <a:gdLst>
                <a:gd name="connsiteX0" fmla="*/ 9319 w 390510"/>
                <a:gd name="connsiteY0" fmla="*/ 0 h 762370"/>
                <a:gd name="connsiteX1" fmla="*/ 390510 w 390510"/>
                <a:gd name="connsiteY1" fmla="*/ 381185 h 762370"/>
                <a:gd name="connsiteX2" fmla="*/ 9319 w 390510"/>
                <a:gd name="connsiteY2" fmla="*/ 762370 h 762370"/>
                <a:gd name="connsiteX3" fmla="*/ 0 w 390510"/>
                <a:gd name="connsiteY3" fmla="*/ 761431 h 762370"/>
                <a:gd name="connsiteX4" fmla="*/ 0 w 390510"/>
                <a:gd name="connsiteY4" fmla="*/ 939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0510" h="762370">
                  <a:moveTo>
                    <a:pt x="9319" y="0"/>
                  </a:moveTo>
                  <a:cubicBezTo>
                    <a:pt x="219845" y="0"/>
                    <a:pt x="390510" y="170662"/>
                    <a:pt x="390510" y="381185"/>
                  </a:cubicBezTo>
                  <a:cubicBezTo>
                    <a:pt x="390510" y="591708"/>
                    <a:pt x="219845" y="762370"/>
                    <a:pt x="9319" y="762370"/>
                  </a:cubicBezTo>
                  <a:lnTo>
                    <a:pt x="0" y="761431"/>
                  </a:lnTo>
                  <a:lnTo>
                    <a:pt x="0" y="939"/>
                  </a:lnTo>
                  <a:close/>
                </a:path>
              </a:pathLst>
            </a:custGeom>
          </p:spPr>
        </p:pic>
      </p:grpSp>
      <p:pic>
        <p:nvPicPr>
          <p:cNvPr id="20" name="그림 19">
            <a:extLst>
              <a:ext uri="{FF2B5EF4-FFF2-40B4-BE49-F238E27FC236}">
                <a16:creationId xmlns:a16="http://schemas.microsoft.com/office/drawing/2014/main" id="{7D37A4EB-0CB3-4F60-9CB5-BF44BF941B10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 flipV="1">
            <a:off x="11052539" y="5339552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5C4C9C7-9983-4558-8187-1A7CD938F40E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270" t="3333" r="39078" b="91102"/>
          <a:stretch>
            <a:fillRect/>
          </a:stretch>
        </p:blipFill>
        <p:spPr>
          <a:xfrm flipV="1">
            <a:off x="10283729" y="6476346"/>
            <a:ext cx="1908271" cy="381654"/>
          </a:xfrm>
          <a:custGeom>
            <a:avLst/>
            <a:gdLst>
              <a:gd name="connsiteX0" fmla="*/ 0 w 1908271"/>
              <a:gd name="connsiteY0" fmla="*/ 0 h 381654"/>
              <a:gd name="connsiteX1" fmla="*/ 1908271 w 1908271"/>
              <a:gd name="connsiteY1" fmla="*/ 0 h 381654"/>
              <a:gd name="connsiteX2" fmla="*/ 1908271 w 1908271"/>
              <a:gd name="connsiteY2" fmla="*/ 381654 h 381654"/>
              <a:gd name="connsiteX3" fmla="*/ 0 w 1908271"/>
              <a:gd name="connsiteY3" fmla="*/ 381654 h 381654"/>
              <a:gd name="connsiteX4" fmla="*/ 0 w 1908271"/>
              <a:gd name="connsiteY4" fmla="*/ 0 h 381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8271" h="381654">
                <a:moveTo>
                  <a:pt x="0" y="0"/>
                </a:moveTo>
                <a:lnTo>
                  <a:pt x="1908271" y="0"/>
                </a:lnTo>
                <a:lnTo>
                  <a:pt x="1908271" y="381654"/>
                </a:lnTo>
                <a:lnTo>
                  <a:pt x="0" y="38165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11" name="그림 개체 틀 5">
            <a:extLst>
              <a:ext uri="{FF2B5EF4-FFF2-40B4-BE49-F238E27FC236}">
                <a16:creationId xmlns:a16="http://schemas.microsoft.com/office/drawing/2014/main" id="{4405A7A4-594A-48AF-9233-FDC35406E05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179468" y="866775"/>
            <a:ext cx="3779045" cy="5029200"/>
          </a:xfrm>
          <a:prstGeom prst="roundRect">
            <a:avLst>
              <a:gd name="adj" fmla="val 1926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8451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3" name="Graphic 3">
            <a:hlinkClick r:id="rId2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5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C0FAC18-04F9-4EEA-A22B-FD2EAD45CB3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2303107-622D-4386-BD4E-6B30EF3F6C57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9" t="33333" r="77841" b="33333"/>
          <a:stretch>
            <a:fillRect/>
          </a:stretch>
        </p:blipFill>
        <p:spPr>
          <a:xfrm flipH="1" flipV="1">
            <a:off x="9906000" y="0"/>
            <a:ext cx="228600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2286000 h 2286000"/>
              <a:gd name="connsiteX2" fmla="*/ 0 w 2286000"/>
              <a:gd name="connsiteY2" fmla="*/ 2286000 h 2286000"/>
              <a:gd name="connsiteX3" fmla="*/ 0 w 2286000"/>
              <a:gd name="connsiteY3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DFC346A8-33AD-4B1C-A9D8-A6876AEB23D0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 flipH="1">
            <a:off x="0" y="4572360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DD9CD69-4AAD-47AD-BDD2-4695B27E091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 flipH="1" flipV="1">
            <a:off x="0" y="5715180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E787520-D25B-4797-A346-50C8BDCC19D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50" t="33333" b="33333"/>
          <a:stretch>
            <a:fillRect/>
          </a:stretch>
        </p:blipFill>
        <p:spPr>
          <a:xfrm flipH="1" flipV="1">
            <a:off x="1120030" y="4553040"/>
            <a:ext cx="2286000" cy="2286000"/>
          </a:xfrm>
          <a:custGeom>
            <a:avLst/>
            <a:gdLst>
              <a:gd name="connsiteX0" fmla="*/ 1143000 w 2286000"/>
              <a:gd name="connsiteY0" fmla="*/ 0 h 2286000"/>
              <a:gd name="connsiteX1" fmla="*/ 2286000 w 2286000"/>
              <a:gd name="connsiteY1" fmla="*/ 1143000 h 2286000"/>
              <a:gd name="connsiteX2" fmla="*/ 1143000 w 2286000"/>
              <a:gd name="connsiteY2" fmla="*/ 2286000 h 2286000"/>
              <a:gd name="connsiteX3" fmla="*/ 0 w 2286000"/>
              <a:gd name="connsiteY3" fmla="*/ 1143000 h 2286000"/>
              <a:gd name="connsiteX4" fmla="*/ 1143000 w 2286000"/>
              <a:gd name="connsiteY4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2286000">
                <a:moveTo>
                  <a:pt x="1143000" y="0"/>
                </a:moveTo>
                <a:cubicBezTo>
                  <a:pt x="1774261" y="0"/>
                  <a:pt x="2286000" y="511739"/>
                  <a:pt x="2286000" y="1143000"/>
                </a:cubicBezTo>
                <a:cubicBezTo>
                  <a:pt x="2286000" y="1774261"/>
                  <a:pt x="1774261" y="2286000"/>
                  <a:pt x="1143000" y="2286000"/>
                </a:cubicBezTo>
                <a:cubicBezTo>
                  <a:pt x="511739" y="2286000"/>
                  <a:pt x="0" y="1774261"/>
                  <a:pt x="0" y="1143000"/>
                </a:cubicBezTo>
                <a:cubicBezTo>
                  <a:pt x="0" y="511739"/>
                  <a:pt x="511739" y="0"/>
                  <a:pt x="1143000" y="0"/>
                </a:cubicBezTo>
                <a:close/>
              </a:path>
            </a:pathLst>
          </a:custGeom>
        </p:spPr>
      </p:pic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5150C8CC-99E1-4C88-BB4E-E568EDEB0F9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92931" y="838318"/>
            <a:ext cx="6746582" cy="4597400"/>
          </a:xfrm>
          <a:prstGeom prst="roundRect">
            <a:avLst>
              <a:gd name="adj" fmla="val 1000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0769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3" name="Graphic 3">
            <a:hlinkClick r:id="rId2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5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50" name="그림 549">
            <a:extLst>
              <a:ext uri="{FF2B5EF4-FFF2-40B4-BE49-F238E27FC236}">
                <a16:creationId xmlns:a16="http://schemas.microsoft.com/office/drawing/2014/main" id="{9EB00A97-5214-48C2-8370-39E1AA20A7E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708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PTMON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3">
            <a:hlinkClick r:id="rId2"/>
            <a:extLst>
              <a:ext uri="{FF2B5EF4-FFF2-40B4-BE49-F238E27FC236}">
                <a16:creationId xmlns:a16="http://schemas.microsoft.com/office/drawing/2014/main" id="{7929E854-91A4-485F-8790-44DD66559A2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3" name="TextBox 2">
            <a:hlinkClick r:id="rId5"/>
            <a:extLst>
              <a:ext uri="{FF2B5EF4-FFF2-40B4-BE49-F238E27FC236}">
                <a16:creationId xmlns:a16="http://schemas.microsoft.com/office/drawing/2014/main" id="{BD0E2453-F7AA-4751-A59B-0AD9DB379FDE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278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9"/>
            <a:ext cx="8825659" cy="706964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Bauhaus 93" panose="04030905020B02020C02" pitchFamily="82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 b="1"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81282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0CABE-1760-00C1-1BE9-8E90243EEC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7B765B-B731-F737-C79E-9EDE92582A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F454D2-DB6C-A40D-77D0-F661E76C0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15/09/2024</a:t>
            </a:fld>
            <a:endParaRPr lang="en-N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FBF0E-5E46-C916-0CE8-FE949A720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41C4D3-9042-7993-8863-16A7A17D7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7672222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15586-F086-301A-C850-0222665C2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AA57B-4350-67CA-4B13-E1E0F9294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24AB9-5D16-B698-3907-43DB6A95B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15/09/2024</a:t>
            </a:fld>
            <a:endParaRPr lang="en-N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5850ED-8F5C-5044-7D6C-A0CDB3424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F16B2D-F305-68F3-B4EC-0C87453B5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401874320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1C4F2-E86F-1F28-9C4B-F74AFADE4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8AC595-5589-C62F-624E-F7DE0981E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63F783-F136-F826-DF3C-28B14BDB2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15/09/2024</a:t>
            </a:fld>
            <a:endParaRPr lang="en-N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7A9CA-E20F-002B-1526-55B6FE6B8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9AFCCC-7570-ECC0-9874-0FF4CA02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78707148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222F6-B873-D23C-E35E-AEB10C34F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F8ACC-F5BF-4888-D09D-E802D0F6B4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733935-ED88-FB2A-C524-342FA497AC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EF5B36-943D-A81D-AF28-F98A82C03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15/09/2024</a:t>
            </a:fld>
            <a:endParaRPr lang="en-NL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D03794-4C7F-3C6D-3430-3129F60A2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C459E7-DFCB-2199-8164-FC692361E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5934862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15717-4547-E362-FB59-DD442A29F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ABFD2-955F-1F2D-0D34-F3D0B287A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24E815-5770-0164-22A0-9E503029BD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C36F51-E49E-C263-B660-6C7017967F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CD6F2F-5CE6-CC3C-B0AE-505A8BF7B3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80C051-83E1-25F7-3AB4-DDF08C4CE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15/09/2024</a:t>
            </a:fld>
            <a:endParaRPr lang="en-NL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9A19B8-40DF-CC00-17EB-A68DB22D4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83D257-0259-8114-6B64-AABAB4D75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37088328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88A1F-F506-AB1E-180E-0EC7189CE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92431C-758F-FDFB-F8A8-FB5875F74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15/09/2024</a:t>
            </a:fld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DCC421-C7B6-4CF8-53B1-0EF8D0931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C091EF-76FC-F283-5144-E85F544C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53939010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05B46E-3191-0583-2EC5-2C8868518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15/09/2024</a:t>
            </a:fld>
            <a:endParaRPr lang="en-NL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BF29B1-5EF0-A32B-6B6F-A4C6F08BF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15D492-52E7-D479-6916-F40B44D29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8030181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9D26A-9C92-ED69-1686-7B63D41A3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4722D-F397-96AF-406E-66CDBF1B0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7B208B-973E-C734-9222-5FD1DDD558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E17A65-1DF3-DA19-5A03-EAC51ED59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15/09/2024</a:t>
            </a:fld>
            <a:endParaRPr lang="en-NL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06E0EA-4039-6AB9-7FFA-118CAF126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8303C1-F0B3-256E-41F6-CA3AEA79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122076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EB5A2-B91F-E2DC-A83E-72A6A54D2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4E65D7-A669-15C5-4A40-616A98A39A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567DA9-72D1-9422-1636-4D5E361488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200CE0-0BC3-7986-AD8F-D261E64B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15/09/2024</a:t>
            </a:fld>
            <a:endParaRPr lang="en-NL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F12B9-D317-9B8A-0910-374F61BB7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F9D6F7-0A0D-9EB1-F472-386CA94A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33060479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143C4-820D-F034-33AD-8719CAFE1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042C4B-84A2-1F19-F6AF-3D2952E486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205A53-F13B-F152-1C71-C701BAC98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15/09/2024</a:t>
            </a:fld>
            <a:endParaRPr lang="en-N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5C1549-0779-68E3-5BC8-C414EA5A2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9AA04-350A-9A5C-7532-2177FFDA8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3511700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DBF578-CE94-E6A3-D72B-E369402F0F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573E0D-AB84-4524-3FA9-14B2D95708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7D2D0-BF10-06CA-4A63-37A927CEA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15/09/2024</a:t>
            </a:fld>
            <a:endParaRPr lang="en-N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6EA3F-7354-6195-4573-682C2B4FF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6651B-B782-FA97-644C-2527C06E5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09666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7">
            <a:extLst>
              <a:ext uri="{FF2B5EF4-FFF2-40B4-BE49-F238E27FC236}">
                <a16:creationId xmlns:a16="http://schemas.microsoft.com/office/drawing/2014/main" id="{99CA823D-3643-78D2-1F5E-836F7861FCAF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1995853D-B538-E7F9-9C92-281ED3630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83319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87" r:id="rId2"/>
    <p:sldLayoutId id="2147483688" r:id="rId3"/>
    <p:sldLayoutId id="2147483689" r:id="rId4"/>
    <p:sldLayoutId id="2147483681" r:id="rId5"/>
    <p:sldLayoutId id="2147483716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  <p:sldLayoutId id="2147483696" r:id="rId18"/>
    <p:sldLayoutId id="2147483697" r:id="rId19"/>
    <p:sldLayoutId id="2147483698" r:id="rId20"/>
    <p:sldLayoutId id="2147483699" r:id="rId21"/>
    <p:sldLayoutId id="2147483700" r:id="rId22"/>
    <p:sldLayoutId id="2147483701" r:id="rId23"/>
    <p:sldLayoutId id="2147483702" r:id="rId24"/>
    <p:sldLayoutId id="2147483703" r:id="rId25"/>
    <p:sldLayoutId id="2147483679" r:id="rId26"/>
    <p:sldLayoutId id="2147483664" r:id="rId27"/>
    <p:sldLayoutId id="2147483717" r:id="rId2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E6BEB-FF81-B3EA-834F-4555A0679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0290B9-5152-7F2E-2EDF-917C39D721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16DB0-400D-D01F-297F-02978661AD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F3966C-E021-4173-89AB-EC7B45DB23EC}" type="datetimeFigureOut">
              <a:rPr lang="en-NL" smtClean="0"/>
              <a:t>15/09/2024</a:t>
            </a:fld>
            <a:endParaRPr lang="en-N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24A2F-3BBA-47B5-834A-B7C9FDFC34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F03424-D767-078C-1859-48032A9430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754950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diagramLayout" Target="../diagrams/layout2.xml"/><Relationship Id="rId7" Type="http://schemas.openxmlformats.org/officeDocument/2006/relationships/image" Target="../media/image14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A800336-C994-4994-A009-2FA1BE4DF5BF}"/>
              </a:ext>
            </a:extLst>
          </p:cNvPr>
          <p:cNvSpPr txBox="1"/>
          <p:nvPr/>
        </p:nvSpPr>
        <p:spPr>
          <a:xfrm>
            <a:off x="637152" y="4531207"/>
            <a:ext cx="4666738" cy="369332"/>
          </a:xfrm>
          <a:prstGeom prst="rect">
            <a:avLst/>
          </a:prstGeom>
          <a:solidFill>
            <a:srgbClr val="EA2B09"/>
          </a:solidFill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cs typeface="Arial" panose="020B0604020202020204" pitchFamily="34" charset="0"/>
              </a:rPr>
              <a:t>Creative Coding Utrecht</a:t>
            </a:r>
            <a:endParaRPr lang="ko-KR" altLang="en-US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12F744-BDBE-4874-BF15-1DBF65C0C74B}"/>
              </a:ext>
            </a:extLst>
          </p:cNvPr>
          <p:cNvSpPr txBox="1"/>
          <p:nvPr/>
        </p:nvSpPr>
        <p:spPr>
          <a:xfrm>
            <a:off x="637153" y="1238668"/>
            <a:ext cx="6906648" cy="3046988"/>
          </a:xfrm>
          <a:prstGeom prst="rect">
            <a:avLst/>
          </a:prstGeom>
          <a:noFill/>
        </p:spPr>
        <p:txBody>
          <a:bodyPr wrap="square" lIns="0" tIns="0" rIns="324000" bIns="0" rtlCol="0" anchor="ctr" anchorCtr="0">
            <a:spAutoFit/>
          </a:bodyPr>
          <a:lstStyle/>
          <a:p>
            <a:r>
              <a:rPr lang="en-US" altLang="ko-KR" sz="6600" dirty="0">
                <a:solidFill>
                  <a:schemeClr val="bg1"/>
                </a:solidFill>
                <a:latin typeface="ITC Avant Garde Pro Bk" panose="020B0502020202020204" pitchFamily="34" charset="0"/>
                <a:cs typeface="Arial" panose="020B0604020202020204" pitchFamily="34" charset="0"/>
              </a:rPr>
              <a:t>Basic </a:t>
            </a:r>
            <a:r>
              <a:rPr lang="en-US" altLang="ko-KR" sz="6600" dirty="0" err="1">
                <a:solidFill>
                  <a:schemeClr val="bg1"/>
                </a:solidFill>
                <a:latin typeface="ITC Avant Garde Pro Bk" panose="020B0502020202020204" pitchFamily="34" charset="0"/>
                <a:cs typeface="Arial" panose="020B0604020202020204" pitchFamily="34" charset="0"/>
              </a:rPr>
              <a:t>TouchDesigner</a:t>
            </a:r>
            <a:r>
              <a:rPr lang="en-US" altLang="ko-KR" sz="6600" dirty="0">
                <a:solidFill>
                  <a:schemeClr val="bg1"/>
                </a:solidFill>
                <a:latin typeface="ITC Avant Garde Pro Bk" panose="020B0502020202020204" pitchFamily="34" charset="0"/>
                <a:cs typeface="Arial" panose="020B0604020202020204" pitchFamily="34" charset="0"/>
              </a:rPr>
              <a:t>  Workshop</a:t>
            </a:r>
            <a:endParaRPr lang="ko-KR" altLang="en-US" sz="6600" dirty="0">
              <a:solidFill>
                <a:schemeClr val="bg1"/>
              </a:solidFill>
              <a:latin typeface="ITC Avant Garde Pro Bk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83A558-DB6D-4D5C-932B-77F6F77F4320}"/>
              </a:ext>
            </a:extLst>
          </p:cNvPr>
          <p:cNvSpPr txBox="1"/>
          <p:nvPr/>
        </p:nvSpPr>
        <p:spPr>
          <a:xfrm>
            <a:off x="637152" y="5069667"/>
            <a:ext cx="5267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Raul Leal (Digital Piglet)   </a:t>
            </a:r>
            <a:r>
              <a:rPr lang="ko-KR" altLang="en-US" dirty="0">
                <a:solidFill>
                  <a:schemeClr val="bg1"/>
                </a:solidFill>
              </a:rPr>
              <a:t>｜</a:t>
            </a:r>
            <a:r>
              <a:rPr lang="en-US" altLang="ko-KR" dirty="0">
                <a:solidFill>
                  <a:schemeClr val="bg1"/>
                </a:solidFill>
              </a:rPr>
              <a:t>   21. 09. 2024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3471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772C84-F69F-5F5E-0F31-BFAA555C8A3B}"/>
              </a:ext>
            </a:extLst>
          </p:cNvPr>
          <p:cNvSpPr txBox="1"/>
          <p:nvPr/>
        </p:nvSpPr>
        <p:spPr>
          <a:xfrm>
            <a:off x="2742236" y="2459504"/>
            <a:ext cx="670752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chemeClr val="bg1"/>
                </a:solidFill>
                <a:latin typeface="ITC Avant Garde Pro Bk" panose="020B0502020202020204" pitchFamily="34" charset="0"/>
              </a:rPr>
              <a:t>WIFI: </a:t>
            </a:r>
            <a:r>
              <a:rPr lang="en-US" sz="6000" dirty="0" err="1">
                <a:solidFill>
                  <a:schemeClr val="bg1"/>
                </a:solidFill>
                <a:latin typeface="ITC Avant Garde Pro Bk" panose="020B0502020202020204" pitchFamily="34" charset="0"/>
              </a:rPr>
              <a:t>ccu</a:t>
            </a:r>
            <a:endParaRPr lang="en-US" sz="6000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  <a:p>
            <a:r>
              <a:rPr lang="en-US" sz="6000" dirty="0">
                <a:solidFill>
                  <a:schemeClr val="bg1"/>
                </a:solidFill>
                <a:latin typeface="ITC Avant Garde Pro Bk" panose="020B0502020202020204" pitchFamily="34" charset="0"/>
              </a:rPr>
              <a:t>WW: Code03084</a:t>
            </a:r>
          </a:p>
        </p:txBody>
      </p:sp>
    </p:spTree>
    <p:extLst>
      <p:ext uri="{BB962C8B-B14F-4D97-AF65-F5344CB8AC3E}">
        <p14:creationId xmlns:p14="http://schemas.microsoft.com/office/powerpoint/2010/main" val="1832393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4E4CDD-E72E-57B4-807F-439332AC39CF}"/>
              </a:ext>
            </a:extLst>
          </p:cNvPr>
          <p:cNvSpPr txBox="1"/>
          <p:nvPr/>
        </p:nvSpPr>
        <p:spPr bwMode="auto">
          <a:xfrm>
            <a:off x="1212827" y="3931133"/>
            <a:ext cx="3827948" cy="39421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2000" b="0" i="0" u="none" strike="noStrike" cap="none" spc="0" dirty="0">
                <a:solidFill>
                  <a:schemeClr val="bg1"/>
                </a:solidFill>
                <a:latin typeface="ITC Avant Garde Pro Bk" panose="020B0502020202020204" pitchFamily="34" charset="0"/>
                <a:cs typeface="Arial"/>
              </a:rPr>
              <a:t>https://discord.gg/gP4c43Yg</a:t>
            </a:r>
            <a:endParaRPr sz="2800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5ACC4BF-30BC-1F53-A13C-402374592C7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12827" y="1310827"/>
            <a:ext cx="5037138" cy="2170112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  <a:latin typeface="ITC Avant Garde Pro Bk" panose="020B0502020202020204" pitchFamily="34" charset="0"/>
              </a:rPr>
              <a:t>Discord</a:t>
            </a:r>
            <a:endParaRPr lang="en-NL" b="1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pic>
        <p:nvPicPr>
          <p:cNvPr id="6" name="Picture 5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991497D0-DF5E-83C4-23CC-425250686C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157" y="1380097"/>
            <a:ext cx="3960000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438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E14DC-0815-36A6-99C9-AC268EA7F46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2259013"/>
            <a:ext cx="8826500" cy="706437"/>
          </a:xfrm>
        </p:spPr>
        <p:txBody>
          <a:bodyPr>
            <a:noAutofit/>
          </a:bodyPr>
          <a:lstStyle/>
          <a:p>
            <a:r>
              <a:rPr lang="en-US" sz="6000" b="1" dirty="0">
                <a:solidFill>
                  <a:schemeClr val="bg1"/>
                </a:solidFill>
                <a:latin typeface="ITC Avant Garde Pro Bk" panose="020B0502020202020204" pitchFamily="34" charset="0"/>
              </a:rPr>
              <a:t>Hi my name</a:t>
            </a:r>
            <a:br>
              <a:rPr lang="en-US" sz="6000" b="1" dirty="0">
                <a:solidFill>
                  <a:schemeClr val="bg1"/>
                </a:solidFill>
                <a:latin typeface="ITC Avant Garde Pro Bk" panose="020B0502020202020204" pitchFamily="34" charset="0"/>
              </a:rPr>
            </a:br>
            <a:r>
              <a:rPr lang="en-US" sz="6000" b="1" dirty="0">
                <a:solidFill>
                  <a:schemeClr val="bg1"/>
                </a:solidFill>
                <a:latin typeface="ITC Avant Garde Pro Bk" panose="020B0502020202020204" pitchFamily="34" charset="0"/>
              </a:rPr>
              <a:t>Is Raul Leal</a:t>
            </a:r>
            <a:endParaRPr lang="en-NL" sz="6000" b="1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505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square object with a hand print on it&#10;&#10;Description automatically generated">
            <a:extLst>
              <a:ext uri="{FF2B5EF4-FFF2-40B4-BE49-F238E27FC236}">
                <a16:creationId xmlns:a16="http://schemas.microsoft.com/office/drawing/2014/main" id="{26BBE262-1421-1334-BE97-FC502BE2F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4607" y="1353065"/>
            <a:ext cx="3113903" cy="4151870"/>
          </a:xfrm>
          <a:prstGeom prst="rect">
            <a:avLst/>
          </a:prstGeom>
        </p:spPr>
      </p:pic>
      <p:pic>
        <p:nvPicPr>
          <p:cNvPr id="7" name="Picture 6" descr="A projector screen in a room&#10;&#10;Description automatically generated">
            <a:extLst>
              <a:ext uri="{FF2B5EF4-FFF2-40B4-BE49-F238E27FC236}">
                <a16:creationId xmlns:a16="http://schemas.microsoft.com/office/drawing/2014/main" id="{4F8AF5E7-77FD-2429-2CB3-55F810C984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236" y="1353063"/>
            <a:ext cx="3113904" cy="4151872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2909EAD-F945-F5C9-05D4-6183EB8E1377}"/>
              </a:ext>
            </a:extLst>
          </p:cNvPr>
          <p:cNvSpPr txBox="1">
            <a:spLocks/>
          </p:cNvSpPr>
          <p:nvPr/>
        </p:nvSpPr>
        <p:spPr>
          <a:xfrm>
            <a:off x="838200" y="1877832"/>
            <a:ext cx="3890058" cy="38989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"/>
            </a:pPr>
            <a:r>
              <a:rPr lang="en-GB" sz="1800" dirty="0">
                <a:solidFill>
                  <a:schemeClr val="bg1"/>
                </a:solidFill>
                <a:latin typeface="ITC Avant Garde Pro Bk" panose="020B0502020202020204" pitchFamily="34" charset="0"/>
              </a:rPr>
              <a:t>Creative technologist</a:t>
            </a:r>
          </a:p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"/>
            </a:pPr>
            <a:r>
              <a:rPr lang="en-GB" sz="1800" dirty="0">
                <a:solidFill>
                  <a:schemeClr val="bg1"/>
                </a:solidFill>
                <a:latin typeface="ITC Avant Garde Pro Bk" panose="020B0502020202020204" pitchFamily="34" charset="0"/>
              </a:rPr>
              <a:t>Rietveld Academy – </a:t>
            </a:r>
            <a:r>
              <a:rPr lang="en-GB" sz="1800" dirty="0" err="1">
                <a:solidFill>
                  <a:schemeClr val="bg1"/>
                </a:solidFill>
                <a:latin typeface="ITC Avant Garde Pro Bk" panose="020B0502020202020204" pitchFamily="34" charset="0"/>
              </a:rPr>
              <a:t>DogTime</a:t>
            </a:r>
            <a:r>
              <a:rPr lang="en-GB" sz="1800" dirty="0">
                <a:solidFill>
                  <a:schemeClr val="bg1"/>
                </a:solidFill>
                <a:latin typeface="ITC Avant Garde Pro Bk" panose="020B0502020202020204" pitchFamily="34" charset="0"/>
              </a:rPr>
              <a:t> Unstable Media</a:t>
            </a:r>
          </a:p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"/>
            </a:pPr>
            <a:r>
              <a:rPr lang="en-GB" sz="1800" dirty="0">
                <a:solidFill>
                  <a:schemeClr val="bg1"/>
                </a:solidFill>
                <a:latin typeface="ITC Avant Garde Pro Bk" panose="020B0502020202020204" pitchFamily="34" charset="0"/>
              </a:rPr>
              <a:t>In my practice I aim to use technology as a companion for creation instead of simply  as a tool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18FEE21E-4B28-B1ED-C43C-A80380E1A09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ITC Avant Garde Pro Bk" panose="020B0502020202020204" pitchFamily="34" charset="0"/>
              </a:rPr>
              <a:t>Me</a:t>
            </a:r>
            <a:endParaRPr lang="en-NL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914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6FB8943-B857-F070-728C-992244618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workshop</a:t>
            </a:r>
            <a:endParaRPr lang="en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EC815B-7484-2867-9F96-C5852453B9F2}"/>
              </a:ext>
            </a:extLst>
          </p:cNvPr>
          <p:cNvSpPr txBox="1">
            <a:spLocks/>
          </p:cNvSpPr>
          <p:nvPr/>
        </p:nvSpPr>
        <p:spPr>
          <a:xfrm>
            <a:off x="1134014" y="2082529"/>
            <a:ext cx="4828032" cy="57626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What we will do!</a:t>
            </a:r>
            <a:endParaRPr lang="en-NL" b="1" dirty="0">
              <a:solidFill>
                <a:schemeClr val="bg1">
                  <a:lumMod val="95000"/>
                </a:schemeClr>
              </a:solidFill>
              <a:latin typeface="ITC Avant Garde Pro Bk" panose="020B050202020202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0EAAA0C-54AB-BF8F-A2E3-864E5BC80D1C}"/>
              </a:ext>
            </a:extLst>
          </p:cNvPr>
          <p:cNvSpPr txBox="1">
            <a:spLocks/>
          </p:cNvSpPr>
          <p:nvPr/>
        </p:nvSpPr>
        <p:spPr>
          <a:xfrm>
            <a:off x="1134014" y="2674937"/>
            <a:ext cx="4828032" cy="284378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Basic Introduction </a:t>
            </a:r>
          </a:p>
          <a:p>
            <a:pPr lvl="1">
              <a:buClr>
                <a:schemeClr val="bg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Programming with TD</a:t>
            </a:r>
          </a:p>
          <a:p>
            <a:pPr lvl="1">
              <a:buClr>
                <a:schemeClr val="bg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Common useful logic patterns</a:t>
            </a:r>
          </a:p>
          <a:p>
            <a:pPr lvl="1">
              <a:buClr>
                <a:schemeClr val="bg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Assigning references</a:t>
            </a:r>
          </a:p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Bauhaus motion graphics</a:t>
            </a:r>
          </a:p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Have fun</a:t>
            </a:r>
          </a:p>
          <a:p>
            <a:endParaRPr lang="en-NL" sz="2000" dirty="0">
              <a:solidFill>
                <a:schemeClr val="bg1">
                  <a:lumMod val="95000"/>
                </a:schemeClr>
              </a:solidFill>
              <a:latin typeface="ITC Avant Garde Pro Bk" panose="020B0502020202020204" pitchFamily="34" charset="0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C04E958-29BB-0DD1-8E07-686A83A7A4A9}"/>
              </a:ext>
            </a:extLst>
          </p:cNvPr>
          <p:cNvSpPr txBox="1">
            <a:spLocks/>
          </p:cNvSpPr>
          <p:nvPr/>
        </p:nvSpPr>
        <p:spPr>
          <a:xfrm>
            <a:off x="6187836" y="2082529"/>
            <a:ext cx="4828032" cy="57626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What we will not do</a:t>
            </a:r>
            <a:endParaRPr lang="en-NL" b="1" dirty="0">
              <a:solidFill>
                <a:schemeClr val="bg1">
                  <a:lumMod val="95000"/>
                </a:schemeClr>
              </a:solidFill>
              <a:latin typeface="ITC Avant Garde Pro Bk" panose="020B0502020202020204" pitchFamily="34" charset="0"/>
            </a:endParaRP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8093C5D-2860-21DE-8446-DE13EE6A83B8}"/>
              </a:ext>
            </a:extLst>
          </p:cNvPr>
          <p:cNvSpPr txBox="1">
            <a:spLocks/>
          </p:cNvSpPr>
          <p:nvPr/>
        </p:nvSpPr>
        <p:spPr>
          <a:xfrm>
            <a:off x="6187771" y="2664410"/>
            <a:ext cx="4825160" cy="285431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No 3D</a:t>
            </a:r>
          </a:p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No Particles </a:t>
            </a:r>
          </a:p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No Kinect</a:t>
            </a:r>
          </a:p>
          <a:p>
            <a:endParaRPr lang="en-NL" sz="1800" dirty="0">
              <a:solidFill>
                <a:schemeClr val="bg1">
                  <a:lumMod val="95000"/>
                </a:schemeClr>
              </a:solidFill>
              <a:latin typeface="ITC Avant Garde Pro Bk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3109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A3EFF7B1-6CB7-47D1-AD37-B870CA2B2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FA2962B-21B6-4689-A95D-A8FF6ADE4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A745280D-ED36-41FE-8EB1-CE597C99C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117348" y="774914"/>
            <a:ext cx="304800" cy="429768"/>
            <a:chOff x="215328" y="-46937"/>
            <a:chExt cx="304800" cy="2773841"/>
          </a:xfrm>
        </p:grpSpPr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D26CEB3-5AE4-4088-AD63-396DB50F28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AA9279A-AD34-474C-834E-6BF658144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B3589559-7D9A-4ECD-90BB-A5565E2DA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701B1A71-DCEA-4EB2-8133-98A2CD6F0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0E95A5C-1E97-41C3-9DEC-245FF6DEB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D3C3374-C720-4FCD-B6CD-AEF1D1A61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7639E2EF-4D23-4EA3-B29E-D6362FF72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30820A4-6CEA-4BF7-8DE4-F5B2D2EB23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320E002-8AED-4D4F-A104-0585FFFB9A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6A0BF3F3-3A09-42CE-9483-114BD01DD9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B233BD5C-DFC7-4EB7-B348-7C9B5B8D0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A00D2CE1-35C1-46E6-BD59-CEE668BD9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A58DCE86-9AE1-46D1-96D6-04B8B3EDF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9B74739-D423-4F25-A976-0A6CD86D1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6018E700-FF08-42AA-9237-24E7A74AD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46B3488A-8A55-403E-B9C9-75AFA0CF53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5089B9D-BA8D-4A64-B95F-33940D9D6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E18403B7-F2C7-4C07-8522-21C319109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23B58CC6-A99E-43AF-A467-256F19287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8FE97852-3A18-4317-B17E-8C45174F96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F9D0BC6E-6D0B-4589-B1BF-372BAA3839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530B892E-E062-4B0A-B79E-E55D36EC9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8D1A4DF9-C28A-4C0A-B273-702F0C4880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814AAFAE-18EA-620D-6C0F-E65E03D490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0160569"/>
              </p:ext>
            </p:extLst>
          </p:nvPr>
        </p:nvGraphicFramePr>
        <p:xfrm>
          <a:off x="4915947" y="866585"/>
          <a:ext cx="6253722" cy="50561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916318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Rectangle 1394">
            <a:extLst>
              <a:ext uri="{FF2B5EF4-FFF2-40B4-BE49-F238E27FC236}">
                <a16:creationId xmlns:a16="http://schemas.microsoft.com/office/drawing/2014/main" id="{489B7BFD-8F45-4093-AD9C-91B15B050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402008-300A-9B22-1F5D-9EFBE71445CD}"/>
              </a:ext>
            </a:extLst>
          </p:cNvPr>
          <p:cNvSpPr txBox="1"/>
          <p:nvPr/>
        </p:nvSpPr>
        <p:spPr>
          <a:xfrm>
            <a:off x="801188" y="2533650"/>
            <a:ext cx="4247900" cy="181947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latinLnBrk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Tim Rodenbröker</a:t>
            </a:r>
          </a:p>
        </p:txBody>
      </p:sp>
      <p:grpSp>
        <p:nvGrpSpPr>
          <p:cNvPr id="1396" name="Graphic 190">
            <a:extLst>
              <a:ext uri="{FF2B5EF4-FFF2-40B4-BE49-F238E27FC236}">
                <a16:creationId xmlns:a16="http://schemas.microsoft.com/office/drawing/2014/main" id="{66FB5A75-BDE2-4F12-A95B-C48788A76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06892" y="1852902"/>
            <a:ext cx="1716356" cy="570346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DC86CBC8-A814-4C0C-A287-7C549693D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7" name="Freeform: Shape 1218">
              <a:extLst>
                <a:ext uri="{FF2B5EF4-FFF2-40B4-BE49-F238E27FC236}">
                  <a16:creationId xmlns:a16="http://schemas.microsoft.com/office/drawing/2014/main" id="{6AA52F4F-14E6-402F-A196-668B9CA9B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pic>
        <p:nvPicPr>
          <p:cNvPr id="1026" name="Picture 2" descr="TimRodenbroeker – FVS">
            <a:extLst>
              <a:ext uri="{FF2B5EF4-FFF2-40B4-BE49-F238E27FC236}">
                <a16:creationId xmlns:a16="http://schemas.microsoft.com/office/drawing/2014/main" id="{803871E1-31E0-B895-20F8-67511159CE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" b="5"/>
          <a:stretch/>
        </p:blipFill>
        <p:spPr bwMode="auto">
          <a:xfrm>
            <a:off x="8414456" y="232636"/>
            <a:ext cx="2822268" cy="2822268"/>
          </a:xfrm>
          <a:custGeom>
            <a:avLst/>
            <a:gdLst/>
            <a:ahLst/>
            <a:cxnLst/>
            <a:rect l="l" t="t" r="r" b="b"/>
            <a:pathLst>
              <a:path w="2588520" h="2588520">
                <a:moveTo>
                  <a:pt x="1294260" y="0"/>
                </a:moveTo>
                <a:cubicBezTo>
                  <a:pt x="2009060" y="0"/>
                  <a:pt x="2588520" y="579460"/>
                  <a:pt x="2588520" y="1294260"/>
                </a:cubicBezTo>
                <a:cubicBezTo>
                  <a:pt x="2588520" y="2009060"/>
                  <a:pt x="2009060" y="2588520"/>
                  <a:pt x="1294260" y="2588520"/>
                </a:cubicBezTo>
                <a:cubicBezTo>
                  <a:pt x="579460" y="2588520"/>
                  <a:pt x="0" y="2009060"/>
                  <a:pt x="0" y="1294260"/>
                </a:cubicBezTo>
                <a:cubicBezTo>
                  <a:pt x="0" y="579460"/>
                  <a:pt x="579460" y="0"/>
                  <a:pt x="1294260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21" name="Graphic 212">
            <a:extLst>
              <a:ext uri="{FF2B5EF4-FFF2-40B4-BE49-F238E27FC236}">
                <a16:creationId xmlns:a16="http://schemas.microsoft.com/office/drawing/2014/main" id="{4D4C00DC-4DC6-4CD2-9E31-F17E6CEBC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79511" y="151388"/>
            <a:ext cx="443964" cy="4439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1223" name="Graphic 212">
            <a:extLst>
              <a:ext uri="{FF2B5EF4-FFF2-40B4-BE49-F238E27FC236}">
                <a16:creationId xmlns:a16="http://schemas.microsoft.com/office/drawing/2014/main" id="{F778F7C6-A4AB-4CBC-8CC6-19DF9EE963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79511" y="151388"/>
            <a:ext cx="443964" cy="4439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D2E84C3-BB80-E440-D5A0-9FA85D67CDB2}"/>
              </a:ext>
            </a:extLst>
          </p:cNvPr>
          <p:cNvSpPr/>
          <p:nvPr/>
        </p:nvSpPr>
        <p:spPr>
          <a:xfrm>
            <a:off x="5732667" y="2448254"/>
            <a:ext cx="3764421" cy="376442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endParaRPr lang="en-NL" sz="2800" dirty="0">
              <a:solidFill>
                <a:schemeClr val="tx1"/>
              </a:solidFill>
              <a:latin typeface="+mj-lt"/>
            </a:endParaRPr>
          </a:p>
        </p:txBody>
      </p:sp>
      <p:grpSp>
        <p:nvGrpSpPr>
          <p:cNvPr id="1225" name="Graphic 4">
            <a:extLst>
              <a:ext uri="{FF2B5EF4-FFF2-40B4-BE49-F238E27FC236}">
                <a16:creationId xmlns:a16="http://schemas.microsoft.com/office/drawing/2014/main" id="{63301095-70B2-49AA-8DA9-A35629AD6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865725" y="3995696"/>
            <a:ext cx="1998298" cy="1998316"/>
            <a:chOff x="5734037" y="3067039"/>
            <a:chExt cx="724483" cy="724489"/>
          </a:xfrm>
          <a:solidFill>
            <a:schemeClr val="bg1"/>
          </a:solidFill>
        </p:grpSpPr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D218E08C-0BEA-45C2-8C09-4141DDDA0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067039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232F6090-14E0-44C6-B9FC-C91047BCDC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FDB9402B-335C-4892-9E7C-C400E95BE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E7A4371D-4448-409A-93F3-0C92E3EBD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780149CB-4B8F-4FD1-AC5E-25670C9EA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92D49A1A-35B0-4620-9D1E-A782A0E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AFF46F08-B1E4-44C1-BD4A-4191D6EAD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8DB16610-3D81-4E5C-850D-5D1245C0DC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2628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E05501B2-83AC-4299-BE5A-8CA16B408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2628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07CF1B90-3B3A-403E-A94F-8B82945D07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56A1CBA9-4AC1-4C42-9429-3FF31DF28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1318D9B-FD39-402A-ADFA-0E6CC789A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333FB08F-B346-47C0-A7CD-1DE53E6C0D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12628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893AD6F2-6408-4A8E-9749-CB7388EF3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715D9D2F-1568-4BE3-A54A-69F52492B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8543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9AB547A7-0D80-491F-98B4-C6B7CC4FC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7E2693CD-DAF5-4B26-9A2F-17673BF3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A96EEE12-952A-4693-B161-D7071D601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F4228DCC-1611-4BDC-90AA-231F67EB1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A163C3C-D3DF-461F-B6A8-90C7C227D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4D021D29-2980-41C3-AB83-DA93C105B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AC09C1FA-1A9D-49A7-9D73-8B777140A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24467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0B8D8CD4-7B9B-48A5-BC59-0CB859354F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244677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224D0A27-A8B0-4020-9399-24127726E6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68E8EBA-9F8C-4650-B9BE-38A0A56BC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6A460BB3-2605-4AA2-AE1D-B9FB61EBF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1E2E38EE-DBBE-4CC1-9498-E7193E1B28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2446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BF191D5C-7D2A-4408-A8F2-389D2360F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08F7193B-B379-4921-9F17-1841D5061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0382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B4C5E53C-6003-4F74-B1CA-C7EA1E499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CB97B2B1-1CF5-46A5-940D-AB8F57F59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0783F4F1-D8CE-4453-B79B-AD976E272C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06A7A4C9-F24F-4F00-A2FA-29E788A091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EB694A32-59D6-46E3-8CE4-E4C485C2CB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983EBB4C-28FF-41C6-90D6-5F30FC086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0707659D-8AE9-49B5-AB29-ECC099F49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63074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C987ECC-9573-46EA-9C4A-7C3CAE39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8" name="Freeform: Shape 1262">
              <a:extLst>
                <a:ext uri="{FF2B5EF4-FFF2-40B4-BE49-F238E27FC236}">
                  <a16:creationId xmlns:a16="http://schemas.microsoft.com/office/drawing/2014/main" id="{4DAF6708-18C2-4082-B024-6CEA32AE0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72CBB5AE-39E2-4D9B-A834-64D31B0032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4592DE98-77BF-4E8E-AEB4-1934207BA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5AF5D9A0-BA94-4D2B-8479-26C55355B6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63074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2CAA6A8E-7ACF-4EF7-AAD6-734A009DC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3DD3695-F212-4BAD-BBB3-EC1F62474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222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AB1B3ECB-7594-4C5C-B62B-E686C0A89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5EE54C3C-D9E5-4782-B8F6-058EB2D63E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EAE78EEE-DC43-44E1-AB47-ACB80F94B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47D67EF-1141-4582-866E-FE02FB236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99ECC931-60A1-4628-A34B-4B68DA3CC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A587D2BE-3417-44AE-BEEF-57F88CEC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FCEB2ED3-A08D-4286-B75D-893289F3F3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7C7DB7BB-8173-4377-85B0-032B7BDAB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3EF69B4-3F48-4509-8BF8-926E23BC1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C1A86650-1EF5-46E3-885D-96985105A8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47EBBDE2-BD90-481F-A671-34E2186FB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87DAF1CB-838D-4C5C-8FB7-76BF677FE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64573DA8-D2F3-4644-AC79-83843615C4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2628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41AB53B8-0D5C-44BD-A2A9-ABBF659E1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29B7FA60-B453-4877-8D47-CA1209DF9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7A6D2414-BCCC-40E8-B990-47642EFE96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B0F37C2B-B7E6-420D-AD39-3AE4A2FBE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F6417E45-D7FC-40B8-AD49-941B28D18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2628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2A8D1963-0C59-476C-AAFA-A7AF4FF50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85433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6BE777A9-EC29-46FC-AD21-AC7FD89B1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C63BA1CE-93FB-42C7-8381-765E50023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7F30F275-ADC8-4FD1-8B4B-673B37517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20529C-F2DD-4607-8DEE-19A932968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B8029A9A-DFF9-49CE-8CEE-95A6695F3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8543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6822C2EC-B05D-4CE6-9D59-164769D0E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244676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53A0760F-F576-4A97-94AF-8BBE590844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CA76721C-646A-4910-AD1A-BE6B67767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065D4766-CAEC-4074-A9E2-6110A1238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4F1A0AC6-319D-49D8-A4FB-17A70E8E8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79502B48-2B92-45BF-B9AC-1102B38078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2446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6363AFA7-321F-431C-B2FD-ADCB4D24B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33EDDE1B-7379-4973-8CFD-F3C737104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1F20B58A-2DB8-46B2-9E93-9C8C817DCD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A5A3EF12-3DA1-4505-A44B-1B9634887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5B08812B-9264-47E7-8EC8-1233869F6B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2A29F226-A243-410B-BEE4-EBA9DD76F8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9DF57348-F837-475C-A7AA-3C7210041E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1E41B89A-9A45-4947-ADB0-940040049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6C1F1525-32BC-46E1-84E6-C2BB88730B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3A8972-BA44-40C6-B045-83E78C4D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C196E956-03D1-4F79-826A-A2F5E3DEF1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ADA7B07B-EAC8-4FA5-B14F-3ABF8BA7A2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63074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93C28672-FF9E-4FE0-AC47-2FDD26CD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E347BAB3-EA9C-4ADD-AE5E-28F2E3C53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321920C4-EE31-4F03-A0D5-A280D3F4B1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6EBB3D05-4C78-4F10-8D03-8909DBCFB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FC65F531-84E4-463F-8791-EB6EDFA63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A63BB6A3-D482-43F2-9F5F-20E163CC44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4222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ABDCCD34-EB5D-4194-8A28-1424E98AE4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81374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F058544E-163D-4FFF-9A69-0B3A3F2D66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11041486-0577-4F0E-8DD5-5E20E2672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71D11099-C84E-43AC-9F20-92460E1708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E598FB87-8AFF-4C56-9E2C-776F4641E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7701E761-16DE-4350-9718-DD81B37FB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552E747F-E415-4348-A11A-4CABCB64B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C6472F13-E6DE-4469-9563-F478261B6E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4062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5C72FE15-910B-4622-A14C-AFA2DFCC02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AB8F759-DEFA-4D35-B76E-6D3034FB7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A1BBCEBD-DCE2-4354-B878-49ABEC367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2CBB3A18-0021-403F-8E24-8805829B4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8FDF7AAC-1EC6-4409-90AB-DBB984883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5B9999E8-7D25-4049-8328-685B556DC6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E77FC8A9-DEAE-424D-B460-12E0F3268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9977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54F9C69A-0DCF-444A-B970-32B412048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8BD94DDA-54FF-48EE-9DAC-C0EA6F91D4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E18A6989-0132-4CB7-BB68-EEBC4E080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A1357332-D19F-4C2B-B474-21D5539B90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295C7590-8B80-428C-95A9-638B26542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CA0E8A31-7520-4726-9D96-43BA87407E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9407EEE0-5D8E-4CCC-A91B-0CB523227C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7" y="365901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3799DFCC-868B-4257-B530-8E8D616CC5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2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F7F5EEB5-FE82-45A8-97C4-88460ABAFB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2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CD76E4C7-EB07-499D-9BC3-FF39C8B61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86EFDF8D-E5F7-4EB8-B8DA-3CC7E21D8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2CA6506B-EACA-4FB2-81AB-E028F44786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193E4771-2787-4901-93D8-7E90F3F479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EA31773-15F1-4605-8787-6891ABB21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9" y="371816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1302C213-2CD5-4168-9534-111E6E81A8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B9B36C24-2336-41FD-BAC4-6CD69DFD5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4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CA3AFAFE-D376-4A7B-928B-833531472D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7C685A00-A4F7-4250-BAAA-70978DADE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E52682F3-EDD5-4BDC-BB19-A4540873A8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2C5E1880-CFBA-4547-9C23-6D2C43304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5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439AAF4F-2AAD-4A02-A7FA-FE28D5286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40" y="377741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05614144-9309-41ED-8E05-839A6EEFF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5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24324D6F-A81D-45F2-BA36-C53F1AB0C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6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6B00668D-07BC-47CF-9D1E-F94EC7C56F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83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BCF78A89-29F2-4973-8463-DF3C57EFB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35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F5BCB645-FB02-40FC-99A4-06CA3F1B28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82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F6115A3A-2FBE-4633-A426-37D05BC07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31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AEFD8D2F-B95A-4C0A-AE85-53171B29F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481374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4DD4F397-1F35-4E06-8EC1-8F58C51912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B031E5E0-C77D-49F7-ADF2-258D23052D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3F044DE9-FE64-4C30-8191-7E1547880C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9B18BCEB-85ED-4077-ACB7-FEB2F644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00C0927E-2CCF-4F8E-8A54-22B8A93C97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48137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D0C3350E-04F5-4FED-9991-4DD964E09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4062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F43D0338-A6C9-4866-8D0C-072664518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4062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40EA171B-27E2-4100-9D5F-123CF6E7F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406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22FD540C-F3DF-40F5-B2BE-BBD113EF4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4062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7768D93-FAD4-4236-969B-B8EE8E88F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406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0F5E0490-21C2-4EF6-950D-38814F32C2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40631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8E981C9B-710F-4034-AE82-28B1B0724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997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CC62C2CC-DBAE-4877-8F55-02FE00AE8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D8F57D8B-1988-441F-9DAE-A525DA5E9D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6715F028-3A13-4D5F-86C4-74C0AD81D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DC6C9B50-47B3-44E7-B897-43D010A18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997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3F602F0-702E-4D5F-A4FC-0E602C02B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9978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9F379870-B34C-4DFC-9F0A-BDAB8C89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65902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641092AC-FED1-4D1D-B57C-0AC883CA95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EA8A0B5E-5BB1-46AF-AC31-7D3756F354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1C519384-2192-432B-B768-64B4BC2DA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13C77A9D-44F0-4289-A611-D8AF81357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0A54AEDC-E418-4E02-A713-6CE30C0CDD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24FECFE3-9F31-47B0-B17F-CF2A1CEE85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71817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68167DF4-8B16-419B-B7BA-2FD5FF6CC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A543D24F-44C0-4DDF-A30E-8C840754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63DEAE3C-3931-41EE-B4A1-F9385602BE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B11945CD-32F6-4C09-82AF-551051231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71817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9109F44F-512F-4792-AED2-ECA80DDE16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71817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29B9E19B-BC56-46F2-BFFF-1688CEA55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2" y="377741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F573BDDE-4AED-43FB-B8D1-B5F3708931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2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EFFDA684-6DFF-4629-830E-6F2ACAB8C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8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92E23250-6349-4726-AF61-08A57B3A2E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4" y="3777383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8536AAE6-5497-4B0A-9C9F-4EAA1BB32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7" y="37774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52B72898-B9DE-4574-BB20-0C317954D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5123FA2E-1086-CD79-D1DD-54D3D48EE4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011" t="8777" r="-4510" b="-8776"/>
          <a:stretch/>
        </p:blipFill>
        <p:spPr>
          <a:xfrm>
            <a:off x="5724000" y="2433371"/>
            <a:ext cx="3755236" cy="3755236"/>
          </a:xfrm>
          <a:custGeom>
            <a:avLst/>
            <a:gdLst/>
            <a:ahLst/>
            <a:cxnLst/>
            <a:rect l="l" t="t" r="r" b="b"/>
            <a:pathLst>
              <a:path w="5290998" h="5290998">
                <a:moveTo>
                  <a:pt x="2645499" y="0"/>
                </a:moveTo>
                <a:cubicBezTo>
                  <a:pt x="4106568" y="0"/>
                  <a:pt x="5290998" y="1184430"/>
                  <a:pt x="5290998" y="2645499"/>
                </a:cubicBezTo>
                <a:cubicBezTo>
                  <a:pt x="5290998" y="4106568"/>
                  <a:pt x="4106568" y="5290998"/>
                  <a:pt x="2645499" y="5290998"/>
                </a:cubicBezTo>
                <a:cubicBezTo>
                  <a:pt x="1184430" y="5290998"/>
                  <a:pt x="0" y="4106568"/>
                  <a:pt x="0" y="2645499"/>
                </a:cubicBezTo>
                <a:cubicBezTo>
                  <a:pt x="0" y="1184430"/>
                  <a:pt x="1184430" y="0"/>
                  <a:pt x="2645499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504342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2670DD8-17B6-5E56-5554-A4F3AF524C5A}"/>
              </a:ext>
            </a:extLst>
          </p:cNvPr>
          <p:cNvSpPr/>
          <p:nvPr/>
        </p:nvSpPr>
        <p:spPr>
          <a:xfrm>
            <a:off x="-25401" y="-18454"/>
            <a:ext cx="12242800" cy="193198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57953-0795-884C-6E50-855C22CFF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  <a:latin typeface="ITC Avant Garde Pro Bk" panose="020B0502020202020204" pitchFamily="34" charset="0"/>
              </a:rPr>
              <a:t>Constraints for the workshops…</a:t>
            </a:r>
          </a:p>
        </p:txBody>
      </p:sp>
      <p:sp>
        <p:nvSpPr>
          <p:cNvPr id="4" name="Triangle 3">
            <a:extLst>
              <a:ext uri="{FF2B5EF4-FFF2-40B4-BE49-F238E27FC236}">
                <a16:creationId xmlns:a16="http://schemas.microsoft.com/office/drawing/2014/main" id="{8A760173-D25A-2BFB-5A9D-B4F87570287E}"/>
              </a:ext>
            </a:extLst>
          </p:cNvPr>
          <p:cNvSpPr/>
          <p:nvPr/>
        </p:nvSpPr>
        <p:spPr>
          <a:xfrm>
            <a:off x="4617644" y="3086100"/>
            <a:ext cx="2956712" cy="2548890"/>
          </a:xfrm>
          <a:prstGeom prst="triangl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52A50F6-534B-BC66-83F3-435133F3CE97}"/>
              </a:ext>
            </a:extLst>
          </p:cNvPr>
          <p:cNvSpPr/>
          <p:nvPr/>
        </p:nvSpPr>
        <p:spPr>
          <a:xfrm>
            <a:off x="3863509" y="4044986"/>
            <a:ext cx="457200" cy="4572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A28543-5D2D-106D-6CB6-05950BD25CBF}"/>
              </a:ext>
            </a:extLst>
          </p:cNvPr>
          <p:cNvSpPr/>
          <p:nvPr/>
        </p:nvSpPr>
        <p:spPr>
          <a:xfrm>
            <a:off x="3209246" y="4044986"/>
            <a:ext cx="457200" cy="4572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D2F415A0-9A05-DC7B-A91C-3C74BDAA6849}"/>
              </a:ext>
            </a:extLst>
          </p:cNvPr>
          <p:cNvSpPr/>
          <p:nvPr/>
        </p:nvSpPr>
        <p:spPr>
          <a:xfrm>
            <a:off x="4548769" y="4044986"/>
            <a:ext cx="457200" cy="457200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02C113-7A0D-6E66-6EE8-AA34995FBE39}"/>
              </a:ext>
            </a:extLst>
          </p:cNvPr>
          <p:cNvSpPr txBox="1"/>
          <p:nvPr/>
        </p:nvSpPr>
        <p:spPr>
          <a:xfrm>
            <a:off x="3866162" y="5767263"/>
            <a:ext cx="44596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It is an interactive 2d animation,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i.e. no 3d scenes, objects etc..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6F7073-CABB-ABF6-4B42-CCC5C69FAE03}"/>
              </a:ext>
            </a:extLst>
          </p:cNvPr>
          <p:cNvSpPr txBox="1"/>
          <p:nvPr/>
        </p:nvSpPr>
        <p:spPr>
          <a:xfrm>
            <a:off x="3101711" y="3568482"/>
            <a:ext cx="1641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Only uses...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A0985C-0292-805D-345E-8CC9E1A46951}"/>
              </a:ext>
            </a:extLst>
          </p:cNvPr>
          <p:cNvSpPr txBox="1"/>
          <p:nvPr/>
        </p:nvSpPr>
        <p:spPr>
          <a:xfrm>
            <a:off x="7243902" y="3554561"/>
            <a:ext cx="1641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Only uses...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AAFB9A-BFD8-19E3-D120-CB8BF853704C}"/>
              </a:ext>
            </a:extLst>
          </p:cNvPr>
          <p:cNvSpPr/>
          <p:nvPr/>
        </p:nvSpPr>
        <p:spPr>
          <a:xfrm>
            <a:off x="8694402" y="4057904"/>
            <a:ext cx="457200" cy="4572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3E93A18-78FE-AB89-CA5F-0DA63FE6348C}"/>
              </a:ext>
            </a:extLst>
          </p:cNvPr>
          <p:cNvSpPr/>
          <p:nvPr/>
        </p:nvSpPr>
        <p:spPr>
          <a:xfrm>
            <a:off x="8237202" y="4057904"/>
            <a:ext cx="457200" cy="457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F4854E-AFA9-80A4-F4B9-24EE0D8B9230}"/>
              </a:ext>
            </a:extLst>
          </p:cNvPr>
          <p:cNvSpPr/>
          <p:nvPr/>
        </p:nvSpPr>
        <p:spPr>
          <a:xfrm>
            <a:off x="7786654" y="4057904"/>
            <a:ext cx="457200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C3036F-307F-8721-50C5-E43C6112D851}"/>
              </a:ext>
            </a:extLst>
          </p:cNvPr>
          <p:cNvSpPr/>
          <p:nvPr/>
        </p:nvSpPr>
        <p:spPr>
          <a:xfrm>
            <a:off x="7327606" y="4057904"/>
            <a:ext cx="457200" cy="457200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8D4FA4-1D86-083B-9A3F-010FB9AEBD8B}"/>
              </a:ext>
            </a:extLst>
          </p:cNvPr>
          <p:cNvSpPr/>
          <p:nvPr/>
        </p:nvSpPr>
        <p:spPr>
          <a:xfrm>
            <a:off x="9151602" y="4057904"/>
            <a:ext cx="457200" cy="4572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912F43-C692-830C-D4CC-5307B1798CC2}"/>
              </a:ext>
            </a:extLst>
          </p:cNvPr>
          <p:cNvSpPr txBox="1"/>
          <p:nvPr/>
        </p:nvSpPr>
        <p:spPr>
          <a:xfrm>
            <a:off x="421069" y="2263654"/>
            <a:ext cx="27746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It is done in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TochDesigner and...</a:t>
            </a:r>
          </a:p>
        </p:txBody>
      </p:sp>
    </p:spTree>
    <p:extLst>
      <p:ext uri="{BB962C8B-B14F-4D97-AF65-F5344CB8AC3E}">
        <p14:creationId xmlns:p14="http://schemas.microsoft.com/office/powerpoint/2010/main" val="2822469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89193-0674-CABB-0946-E855EFAF6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ITC Avant Garde Pro Bk" panose="020B0502020202020204" pitchFamily="34" charset="0"/>
              </a:rPr>
              <a:t>Workshop Structure</a:t>
            </a:r>
            <a:endParaRPr lang="en-NL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FB929B2-5502-AD5F-7116-5550D6EE9EF9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69921262"/>
              </p:ext>
            </p:extLst>
          </p:nvPr>
        </p:nvGraphicFramePr>
        <p:xfrm>
          <a:off x="1014695" y="2603500"/>
          <a:ext cx="8824913" cy="3416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Graphic 2" descr="Coffee with solid fill">
            <a:extLst>
              <a:ext uri="{FF2B5EF4-FFF2-40B4-BE49-F238E27FC236}">
                <a16:creationId xmlns:a16="http://schemas.microsoft.com/office/drawing/2014/main" id="{AB942BD8-4D33-85A4-ED3B-46DDA10774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67783" y="3561193"/>
            <a:ext cx="646058" cy="646058"/>
          </a:xfrm>
          <a:prstGeom prst="rect">
            <a:avLst/>
          </a:prstGeom>
        </p:spPr>
      </p:pic>
      <p:pic>
        <p:nvPicPr>
          <p:cNvPr id="5" name="Graphic 4" descr="Coffee with solid fill">
            <a:extLst>
              <a:ext uri="{FF2B5EF4-FFF2-40B4-BE49-F238E27FC236}">
                <a16:creationId xmlns:a16="http://schemas.microsoft.com/office/drawing/2014/main" id="{9501A375-7EF8-33C9-83DD-C5CD9E0A9A6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28140" y="3561193"/>
            <a:ext cx="646058" cy="646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7368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B397CC5-2729-8B05-3043-8EF1A517CC7D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bg1"/>
                </a:solidFill>
                <a:latin typeface="ITC Avant Garde Pro Bk" panose="020B0502020202020204" pitchFamily="34" charset="0"/>
              </a:rPr>
              <a:t>Two main principles…</a:t>
            </a:r>
            <a:endParaRPr lang="en-NL" b="1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75A989-989A-6D10-94E4-9BF3B2676F13}"/>
              </a:ext>
            </a:extLst>
          </p:cNvPr>
          <p:cNvSpPr txBox="1"/>
          <p:nvPr/>
        </p:nvSpPr>
        <p:spPr>
          <a:xfrm>
            <a:off x="838200" y="2268339"/>
            <a:ext cx="7467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ITC Avant Garde Pro Bk" panose="020B0502020202020204" pitchFamily="34" charset="0"/>
              </a:rPr>
              <a:t>TouchDesigner is a programming language…</a:t>
            </a:r>
            <a:endParaRPr lang="en-NL" sz="3600" dirty="0">
              <a:latin typeface="ITC Avant Garde Pro Bk" panose="020B0502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03BC1-962A-FE46-3D60-CF331BC59365}"/>
              </a:ext>
            </a:extLst>
          </p:cNvPr>
          <p:cNvSpPr txBox="1"/>
          <p:nvPr/>
        </p:nvSpPr>
        <p:spPr>
          <a:xfrm>
            <a:off x="3067050" y="4046319"/>
            <a:ext cx="7658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ITC Avant Garde Pro Bk" panose="020B0502020202020204" pitchFamily="34" charset="0"/>
              </a:rPr>
              <a:t>…It requires a “different” mindset</a:t>
            </a:r>
            <a:endParaRPr lang="en-NL" sz="3600" dirty="0">
              <a:latin typeface="ITC Avant Garde Pro Bk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1768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D9E5-A70D-CFDB-1D92-B51662EBCD6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bg1"/>
                </a:solidFill>
                <a:latin typeface="ITC Avant Garde Pro Bk" panose="020B0502020202020204" pitchFamily="34" charset="0"/>
              </a:rPr>
              <a:t>In a nutshell…</a:t>
            </a:r>
            <a:endParaRPr lang="en-NL" b="1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4EF1FEF-285F-1B72-E26F-43ABA4E11D61}"/>
              </a:ext>
            </a:extLst>
          </p:cNvPr>
          <p:cNvSpPr txBox="1">
            <a:spLocks/>
          </p:cNvSpPr>
          <p:nvPr/>
        </p:nvSpPr>
        <p:spPr>
          <a:xfrm>
            <a:off x="1114443" y="2366218"/>
            <a:ext cx="8825659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ITC Avant Garde Pro Bk" panose="020B0502020202020204" pitchFamily="34" charset="0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ITC Avant Garde Pro Bk" panose="020B0502020202020204" pitchFamily="34" charset="0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ITC Avant Garde Pro Bk" panose="020B0502020202020204" pitchFamily="34" charset="0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ITC Avant Garde Pro Bk" panose="020B0502020202020204" pitchFamily="34" charset="0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ITC Avant Garde Pro Bk" panose="020B0502020202020204" pitchFamily="34" charset="0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DDDDDD"/>
              </a:buClr>
              <a:buSzPct val="80000"/>
              <a:buFont typeface="Wingdings 3" charset="2"/>
              <a:buChar char="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Node based programming language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DDDDDD"/>
              </a:buClr>
              <a:buSzPct val="80000"/>
              <a:buFont typeface="Wingdings 3" charset="2"/>
              <a:buChar char=""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Essentially function composition f(g(h(x)))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DDDDDD"/>
              </a:buClr>
              <a:buSzPct val="80000"/>
              <a:buFont typeface="Wingdings 3" charset="2"/>
              <a:buChar char="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Very good for making data into visuals (not scientific)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DDDDDD"/>
              </a:buClr>
              <a:buSzPct val="80000"/>
              <a:buFont typeface="Wingdings 3" charset="2"/>
              <a:buChar char="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Very good for sensor data and sending it back to devices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DDDDDD"/>
              </a:buClr>
              <a:buSzPct val="80000"/>
              <a:buFont typeface="Wingdings 3" charset="2"/>
              <a:buChar char="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Not good at making sound – go to Ableton or Max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DDDDDD"/>
              </a:buClr>
              <a:buSzPct val="80000"/>
              <a:buFont typeface="Wingdings 3" charset="2"/>
              <a:buChar char=""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Good to orchestrate midis though</a:t>
            </a:r>
          </a:p>
        </p:txBody>
      </p:sp>
    </p:spTree>
    <p:extLst>
      <p:ext uri="{BB962C8B-B14F-4D97-AF65-F5344CB8AC3E}">
        <p14:creationId xmlns:p14="http://schemas.microsoft.com/office/powerpoint/2010/main" val="35213687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F3DC16-1B4E-1A06-9B88-8A2909A106D5}"/>
              </a:ext>
            </a:extLst>
          </p:cNvPr>
          <p:cNvSpPr txBox="1"/>
          <p:nvPr/>
        </p:nvSpPr>
        <p:spPr>
          <a:xfrm>
            <a:off x="3222585" y="2875002"/>
            <a:ext cx="574683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600" b="1" dirty="0">
                <a:solidFill>
                  <a:schemeClr val="bg1"/>
                </a:solidFill>
              </a:rPr>
              <a:t>Let’s Begin!</a:t>
            </a:r>
            <a:endParaRPr lang="en-NL" sz="6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01047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4E4CDD-E72E-57B4-807F-439332AC39CF}"/>
              </a:ext>
            </a:extLst>
          </p:cNvPr>
          <p:cNvSpPr txBox="1"/>
          <p:nvPr/>
        </p:nvSpPr>
        <p:spPr bwMode="auto">
          <a:xfrm>
            <a:off x="1212827" y="3931133"/>
            <a:ext cx="3827948" cy="39421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2000" b="0" i="0" u="none" strike="noStrike" cap="none" spc="0" dirty="0">
                <a:solidFill>
                  <a:schemeClr val="bg1"/>
                </a:solidFill>
                <a:latin typeface="ITC Avant Garde Pro Bk" panose="020B0502020202020204" pitchFamily="34" charset="0"/>
                <a:cs typeface="Arial"/>
              </a:rPr>
              <a:t>https://discord.gg/gP4c43Yg</a:t>
            </a:r>
            <a:endParaRPr sz="2800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5ACC4BF-30BC-1F53-A13C-402374592C7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12827" y="1258888"/>
            <a:ext cx="5037138" cy="2170112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  <a:latin typeface="ITC Avant Garde Pro Bk" panose="020B0502020202020204" pitchFamily="34" charset="0"/>
              </a:rPr>
              <a:t>Discord</a:t>
            </a:r>
            <a:endParaRPr lang="en-NL" b="1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pic>
        <p:nvPicPr>
          <p:cNvPr id="6" name="Picture 5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991497D0-DF5E-83C4-23CC-425250686C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157" y="1380097"/>
            <a:ext cx="3960000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5547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6509C-DE2D-E29A-0641-3ADFB676E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1137" y="1463132"/>
            <a:ext cx="5090228" cy="2119233"/>
          </a:xfrm>
        </p:spPr>
        <p:txBody>
          <a:bodyPr>
            <a:noAutofit/>
          </a:bodyPr>
          <a:lstStyle/>
          <a:p>
            <a:r>
              <a:rPr lang="en-GB" dirty="0">
                <a:solidFill>
                  <a:schemeClr val="bg1"/>
                </a:solidFill>
                <a:latin typeface="ITC Avant Garde Pro Bk" panose="020B0502020202020204" pitchFamily="34" charset="0"/>
              </a:rPr>
              <a:t>Git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36EF8-C069-FFA9-CB2B-B4827089AB4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314694" y="2788695"/>
            <a:ext cx="5144243" cy="341630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bg1"/>
                </a:solidFill>
                <a:latin typeface="ITC Avant Garde Pro Bk" panose="020B0502020202020204" pitchFamily="34" charset="0"/>
              </a:rPr>
              <a:t>https://github.com/Rauleal/TouchDesigner_Bauhaus_workshop</a:t>
            </a:r>
          </a:p>
          <a:p>
            <a:endParaRPr lang="en-GB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pic>
        <p:nvPicPr>
          <p:cNvPr id="6" name="Picture 5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7F3F36FB-32F6-47C0-4108-C5CB112991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045" y="1673203"/>
            <a:ext cx="3960000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17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36124-3AB8-E782-1D9F-59D49642170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771658" y="1665878"/>
            <a:ext cx="5429250" cy="19040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ITC Avant Garde Pro Bk" panose="020B0502020202020204" pitchFamily="34" charset="0"/>
              </a:rPr>
              <a:t>YouTube channel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00469-F832-728B-6691-3E98476DFEAB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771658" y="3765140"/>
            <a:ext cx="5429250" cy="1622425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cap="all" dirty="0">
                <a:solidFill>
                  <a:schemeClr val="tx2">
                    <a:lumMod val="40000"/>
                    <a:lumOff val="60000"/>
                  </a:schemeClr>
                </a:solidFill>
                <a:latin typeface="ITC Avant Garde Pro Bk" panose="020B0502020202020204" pitchFamily="34" charset="0"/>
              </a:rPr>
              <a:t>https://</a:t>
            </a:r>
            <a:r>
              <a:rPr lang="en-US" cap="all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ITC Avant Garde Pro Bk" panose="020B0502020202020204" pitchFamily="34" charset="0"/>
              </a:rPr>
              <a:t>www.youtube.com</a:t>
            </a:r>
            <a:r>
              <a:rPr lang="en-US" cap="all" dirty="0">
                <a:solidFill>
                  <a:schemeClr val="tx2">
                    <a:lumMod val="40000"/>
                    <a:lumOff val="60000"/>
                  </a:schemeClr>
                </a:solidFill>
                <a:latin typeface="ITC Avant Garde Pro Bk" panose="020B0502020202020204" pitchFamily="34" charset="0"/>
              </a:rPr>
              <a:t>/</a:t>
            </a:r>
            <a:r>
              <a:rPr lang="en-US" cap="all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ITC Avant Garde Pro Bk" panose="020B0502020202020204" pitchFamily="34" charset="0"/>
              </a:rPr>
              <a:t>watch?v</a:t>
            </a:r>
            <a:r>
              <a:rPr lang="en-US" cap="all" dirty="0">
                <a:solidFill>
                  <a:schemeClr val="tx2">
                    <a:lumMod val="40000"/>
                    <a:lumOff val="60000"/>
                  </a:schemeClr>
                </a:solidFill>
                <a:latin typeface="ITC Avant Garde Pro Bk" panose="020B0502020202020204" pitchFamily="34" charset="0"/>
              </a:rPr>
              <a:t>=AMGkNHyQ4o0&amp;list=PL3zGSOEHGdiR5x5BIg8E8yn2BQMbQ6igb</a:t>
            </a:r>
          </a:p>
        </p:txBody>
      </p:sp>
      <p:pic>
        <p:nvPicPr>
          <p:cNvPr id="7" name="Picture 6" descr="A qr code with black squares&#10;&#10;Description automatically generated">
            <a:extLst>
              <a:ext uri="{FF2B5EF4-FFF2-40B4-BE49-F238E27FC236}">
                <a16:creationId xmlns:a16="http://schemas.microsoft.com/office/drawing/2014/main" id="{8BB972ED-A808-606A-7E9A-4AF8CEBE9D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000" y="1674000"/>
            <a:ext cx="3960000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45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2F392-77A5-C29B-F6D9-5C3EDB6DE9D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123230" y="2045639"/>
            <a:ext cx="5211763" cy="34163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bg1"/>
                </a:solidFill>
                <a:effectLst/>
                <a:latin typeface="ITC Avant Garde Pro Bk" panose="020B0502020202020204" pitchFamily="34" charset="0"/>
              </a:rPr>
              <a:t>Email_to</a:t>
            </a:r>
            <a:r>
              <a:rPr lang="en-US" dirty="0">
                <a:solidFill>
                  <a:schemeClr val="bg1"/>
                </a:solidFill>
                <a:effectLst/>
                <a:latin typeface="ITC Avant Garde Pro Bk" panose="020B0502020202020204" pitchFamily="34" charset="0"/>
              </a:rPr>
              <a:t>: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effectLst/>
                <a:latin typeface="ITC Avant Garde Pro Bk" panose="020B0502020202020204" pitchFamily="34" charset="0"/>
              </a:rPr>
              <a:t>raul.andres.leal@gmail.com</a:t>
            </a:r>
          </a:p>
          <a:p>
            <a:endParaRPr lang="en-US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FFE2C6-E3AF-DCA7-35E7-1760BA37E3F9}"/>
              </a:ext>
            </a:extLst>
          </p:cNvPr>
          <p:cNvSpPr txBox="1"/>
          <p:nvPr/>
        </p:nvSpPr>
        <p:spPr>
          <a:xfrm>
            <a:off x="8651325" y="2629694"/>
            <a:ext cx="3095973" cy="25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260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26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TC Avant Garde Pro Bk" panose="020B0502020202020204" pitchFamily="34" charset="0"/>
              </a:rPr>
              <a:t>https://www.instagram.com/raul.andres.leal/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ITC Avant Garde Pro Bk" panose="020B0502020202020204" pitchFamily="34" charset="0"/>
            </a:endParaRPr>
          </a:p>
        </p:txBody>
      </p:sp>
      <p:pic>
        <p:nvPicPr>
          <p:cNvPr id="7" name="Picture 6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0822B5D0-8BB1-4409-BB85-3521C9B4A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1325" y="4043352"/>
            <a:ext cx="1800000" cy="1800000"/>
          </a:xfrm>
          <a:prstGeom prst="rect">
            <a:avLst/>
          </a:prstGeom>
        </p:spPr>
      </p:pic>
      <p:pic>
        <p:nvPicPr>
          <p:cNvPr id="9" name="Picture 8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212222A3-F419-0152-5875-2C2A90364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1325" y="1036061"/>
            <a:ext cx="1800000" cy="18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D6F0F9-69F1-6EEF-DE13-B99EBF586A29}"/>
              </a:ext>
            </a:extLst>
          </p:cNvPr>
          <p:cNvSpPr txBox="1"/>
          <p:nvPr/>
        </p:nvSpPr>
        <p:spPr>
          <a:xfrm>
            <a:off x="8725831" y="5642272"/>
            <a:ext cx="1473480" cy="3027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260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26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TC Avant Garde Pro Bk" panose="020B0502020202020204" pitchFamily="34" charset="0"/>
              </a:rPr>
              <a:t>https://rauleal.com/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ITC Avant Garde Pro Bk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452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26943-5E33-2761-E361-F4456766FF7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762750" y="1665288"/>
            <a:ext cx="5429250" cy="228758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ITC Avant Garde Pro Bk" panose="020B0502020202020204" pitchFamily="34" charset="0"/>
              </a:rPr>
              <a:t>TouchDesigner</a:t>
            </a:r>
            <a:r>
              <a:rPr lang="en-US" dirty="0">
                <a:solidFill>
                  <a:schemeClr val="bg1"/>
                </a:solidFill>
                <a:latin typeface="ITC Avant Garde Pro Bk" panose="020B0502020202020204" pitchFamily="34" charset="0"/>
              </a:rPr>
              <a:t> </a:t>
            </a:r>
            <a:br>
              <a:rPr lang="en-US" dirty="0">
                <a:solidFill>
                  <a:schemeClr val="bg1"/>
                </a:solidFill>
                <a:latin typeface="ITC Avant Garde Pro Bk" panose="020B0502020202020204" pitchFamily="34" charset="0"/>
              </a:rPr>
            </a:br>
            <a:r>
              <a:rPr lang="en-US" dirty="0">
                <a:solidFill>
                  <a:schemeClr val="bg1"/>
                </a:solidFill>
                <a:latin typeface="ITC Avant Garde Pro Bk" panose="020B0502020202020204" pitchFamily="34" charset="0"/>
              </a:rPr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CA22E-DFC1-4DA5-663D-152DD21E7AF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762750" y="3838575"/>
            <a:ext cx="5429250" cy="135413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cap="all" dirty="0">
                <a:solidFill>
                  <a:schemeClr val="bg1"/>
                </a:solidFill>
                <a:latin typeface="ITC Avant Garde Pro Bk" panose="020B0502020202020204" pitchFamily="34" charset="0"/>
              </a:rPr>
              <a:t>https://docs.derivative.ca/Main_Page</a:t>
            </a:r>
          </a:p>
        </p:txBody>
      </p:sp>
      <p:pic>
        <p:nvPicPr>
          <p:cNvPr id="5" name="Picture 4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CC13D9A8-4FA0-E7CF-74BC-0DB492513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000" y="1674000"/>
            <a:ext cx="3960000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6405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960A7ABB-48D3-A828-2F04-DD9DA71BD1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396" y="2572504"/>
            <a:ext cx="949989" cy="949989"/>
          </a:xfrm>
          <a:prstGeom prst="rect">
            <a:avLst/>
          </a:prstGeom>
        </p:spPr>
      </p:pic>
      <p:pic>
        <p:nvPicPr>
          <p:cNvPr id="10" name="Picture 9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0F7E4684-3408-A1B2-E08C-C629A1EAC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5769" y="2566836"/>
            <a:ext cx="949989" cy="949989"/>
          </a:xfrm>
          <a:prstGeom prst="rect">
            <a:avLst/>
          </a:prstGeom>
        </p:spPr>
      </p:pic>
      <p:pic>
        <p:nvPicPr>
          <p:cNvPr id="12" name="Picture 11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0CF5E293-185E-48AF-2D9E-2600E18276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4628" y="2566836"/>
            <a:ext cx="950400" cy="950400"/>
          </a:xfrm>
          <a:prstGeom prst="rect">
            <a:avLst/>
          </a:prstGeom>
        </p:spPr>
      </p:pic>
      <p:pic>
        <p:nvPicPr>
          <p:cNvPr id="48" name="Picture 47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250840FB-4045-54A8-50DF-C009FD646C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652" y="4273773"/>
            <a:ext cx="915721" cy="915721"/>
          </a:xfrm>
          <a:prstGeom prst="rect">
            <a:avLst/>
          </a:prstGeom>
        </p:spPr>
      </p:pic>
      <p:pic>
        <p:nvPicPr>
          <p:cNvPr id="16" name="Picture 15" descr="A qr code with a black and white background&#10;&#10;Description automatically generated">
            <a:extLst>
              <a:ext uri="{FF2B5EF4-FFF2-40B4-BE49-F238E27FC236}">
                <a16:creationId xmlns:a16="http://schemas.microsoft.com/office/drawing/2014/main" id="{FAA9F544-9B8E-5F8C-B529-2C31E0098B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1699" y="4262341"/>
            <a:ext cx="950400" cy="950400"/>
          </a:xfrm>
          <a:prstGeom prst="rect">
            <a:avLst/>
          </a:prstGeom>
        </p:spPr>
      </p:pic>
      <p:pic>
        <p:nvPicPr>
          <p:cNvPr id="3" name="Picture 2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60FB398E-EF54-AE06-5664-AEB78C5888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05396" y="4280654"/>
            <a:ext cx="950400" cy="950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67A677A-695F-CDF9-5D4D-1351E91996A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973138"/>
            <a:ext cx="8824913" cy="708025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  <a:latin typeface="ITC Avant Garde Pro Bk" panose="020B0502020202020204" pitchFamily="34" charset="0"/>
              </a:rPr>
              <a:t>Interesting Artist/tutorials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AC6865E-BC29-631A-B8D7-CD8532A636F9}"/>
              </a:ext>
            </a:extLst>
          </p:cNvPr>
          <p:cNvGrpSpPr/>
          <p:nvPr/>
        </p:nvGrpSpPr>
        <p:grpSpPr>
          <a:xfrm>
            <a:off x="2721756" y="3299469"/>
            <a:ext cx="6851990" cy="2735914"/>
            <a:chOff x="2547256" y="3201749"/>
            <a:chExt cx="6851990" cy="2735914"/>
          </a:xfrm>
        </p:grpSpPr>
        <p:sp>
          <p:nvSpPr>
            <p:cNvPr id="7" name="Free-form: Shape 6">
              <a:extLst>
                <a:ext uri="{FF2B5EF4-FFF2-40B4-BE49-F238E27FC236}">
                  <a16:creationId xmlns:a16="http://schemas.microsoft.com/office/drawing/2014/main" id="{7E358EB4-60CA-5775-3606-482B6EE8A013}"/>
                </a:ext>
              </a:extLst>
            </p:cNvPr>
            <p:cNvSpPr/>
            <p:nvPr/>
          </p:nvSpPr>
          <p:spPr>
            <a:xfrm>
              <a:off x="2657828" y="3312226"/>
              <a:ext cx="1253223" cy="774094"/>
            </a:xfrm>
            <a:custGeom>
              <a:avLst/>
              <a:gdLst>
                <a:gd name="connsiteX0" fmla="*/ 0 w 1253223"/>
                <a:gd name="connsiteY0" fmla="*/ 0 h 774094"/>
                <a:gd name="connsiteX1" fmla="*/ 1253223 w 1253223"/>
                <a:gd name="connsiteY1" fmla="*/ 0 h 774094"/>
                <a:gd name="connsiteX2" fmla="*/ 1253223 w 1253223"/>
                <a:gd name="connsiteY2" fmla="*/ 774094 h 774094"/>
                <a:gd name="connsiteX3" fmla="*/ 0 w 1253223"/>
                <a:gd name="connsiteY3" fmla="*/ 774094 h 774094"/>
                <a:gd name="connsiteX4" fmla="*/ 0 w 1253223"/>
                <a:gd name="connsiteY4" fmla="*/ 0 h 77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3223" h="774094">
                  <a:moveTo>
                    <a:pt x="0" y="0"/>
                  </a:moveTo>
                  <a:lnTo>
                    <a:pt x="1253223" y="0"/>
                  </a:lnTo>
                  <a:lnTo>
                    <a:pt x="1253223" y="774094"/>
                  </a:lnTo>
                  <a:lnTo>
                    <a:pt x="0" y="77409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ctr" anchorCtr="0">
              <a:noAutofit/>
            </a:bodyPr>
            <a:lstStyle/>
            <a:p>
              <a:pPr marL="0" lvl="0" indent="0" algn="ctr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200" b="0" i="0" kern="1200">
                  <a:solidFill>
                    <a:schemeClr val="bg1"/>
                  </a:solidFill>
                  <a:latin typeface="ITC Avant Garde Pro Bk" panose="020B0502020202020204" pitchFamily="34" charset="0"/>
                </a:rPr>
                <a:t>Elekktronaut</a:t>
              </a:r>
              <a:endParaRPr lang="en-NL" sz="1200" kern="1200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9" name="Half Frame 8">
              <a:extLst>
                <a:ext uri="{FF2B5EF4-FFF2-40B4-BE49-F238E27FC236}">
                  <a16:creationId xmlns:a16="http://schemas.microsoft.com/office/drawing/2014/main" id="{D80C936B-1ECB-3B52-712C-D54D94DC8FB1}"/>
                </a:ext>
              </a:extLst>
            </p:cNvPr>
            <p:cNvSpPr/>
            <p:nvPr/>
          </p:nvSpPr>
          <p:spPr>
            <a:xfrm>
              <a:off x="2547256" y="3201749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11" name="Half Frame 10">
              <a:extLst>
                <a:ext uri="{FF2B5EF4-FFF2-40B4-BE49-F238E27FC236}">
                  <a16:creationId xmlns:a16="http://schemas.microsoft.com/office/drawing/2014/main" id="{9D081267-5A33-B4E5-F725-ABD41AC6A428}"/>
                </a:ext>
              </a:extLst>
            </p:cNvPr>
            <p:cNvSpPr/>
            <p:nvPr/>
          </p:nvSpPr>
          <p:spPr>
            <a:xfrm rot="5400000">
              <a:off x="3729326" y="3201788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13" name="Half Frame 12">
              <a:extLst>
                <a:ext uri="{FF2B5EF4-FFF2-40B4-BE49-F238E27FC236}">
                  <a16:creationId xmlns:a16="http://schemas.microsoft.com/office/drawing/2014/main" id="{03EBB9B9-555C-73E2-D649-1BB9FC8E7595}"/>
                </a:ext>
              </a:extLst>
            </p:cNvPr>
            <p:cNvSpPr/>
            <p:nvPr/>
          </p:nvSpPr>
          <p:spPr>
            <a:xfrm rot="16200000">
              <a:off x="2547217" y="3895934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15" name="Half Frame 14">
              <a:extLst>
                <a:ext uri="{FF2B5EF4-FFF2-40B4-BE49-F238E27FC236}">
                  <a16:creationId xmlns:a16="http://schemas.microsoft.com/office/drawing/2014/main" id="{02CA2C14-1F32-7A09-E5D3-84C12ED2A26E}"/>
                </a:ext>
              </a:extLst>
            </p:cNvPr>
            <p:cNvSpPr/>
            <p:nvPr/>
          </p:nvSpPr>
          <p:spPr>
            <a:xfrm rot="10800000">
              <a:off x="3729365" y="3895895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18" name="Free-form: Shape 17">
              <a:extLst>
                <a:ext uri="{FF2B5EF4-FFF2-40B4-BE49-F238E27FC236}">
                  <a16:creationId xmlns:a16="http://schemas.microsoft.com/office/drawing/2014/main" id="{EF4FD8E7-991B-0C17-8A69-3BABD4971DFA}"/>
                </a:ext>
              </a:extLst>
            </p:cNvPr>
            <p:cNvSpPr/>
            <p:nvPr/>
          </p:nvSpPr>
          <p:spPr>
            <a:xfrm>
              <a:off x="5342281" y="3312226"/>
              <a:ext cx="1253223" cy="774094"/>
            </a:xfrm>
            <a:custGeom>
              <a:avLst/>
              <a:gdLst>
                <a:gd name="connsiteX0" fmla="*/ 0 w 1253223"/>
                <a:gd name="connsiteY0" fmla="*/ 0 h 774094"/>
                <a:gd name="connsiteX1" fmla="*/ 1253223 w 1253223"/>
                <a:gd name="connsiteY1" fmla="*/ 0 h 774094"/>
                <a:gd name="connsiteX2" fmla="*/ 1253223 w 1253223"/>
                <a:gd name="connsiteY2" fmla="*/ 774094 h 774094"/>
                <a:gd name="connsiteX3" fmla="*/ 0 w 1253223"/>
                <a:gd name="connsiteY3" fmla="*/ 774094 h 774094"/>
                <a:gd name="connsiteX4" fmla="*/ 0 w 1253223"/>
                <a:gd name="connsiteY4" fmla="*/ 0 h 77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3223" h="774094">
                  <a:moveTo>
                    <a:pt x="0" y="0"/>
                  </a:moveTo>
                  <a:lnTo>
                    <a:pt x="1253223" y="0"/>
                  </a:lnTo>
                  <a:lnTo>
                    <a:pt x="1253223" y="774094"/>
                  </a:lnTo>
                  <a:lnTo>
                    <a:pt x="0" y="77409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ctr" anchorCtr="0">
              <a:noAutofit/>
            </a:bodyPr>
            <a:lstStyle/>
            <a:p>
              <a:pPr marL="0" lvl="0" indent="0" algn="ctr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200" b="0" i="0" kern="1200">
                  <a:solidFill>
                    <a:schemeClr val="bg1"/>
                  </a:solidFill>
                  <a:latin typeface="ITC Avant Garde Pro Bk" panose="020B0502020202020204" pitchFamily="34" charset="0"/>
                </a:rPr>
                <a:t>Paketa12</a:t>
              </a:r>
              <a:endParaRPr lang="en-NL" sz="1200" kern="1200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19" name="Half Frame 18">
              <a:extLst>
                <a:ext uri="{FF2B5EF4-FFF2-40B4-BE49-F238E27FC236}">
                  <a16:creationId xmlns:a16="http://schemas.microsoft.com/office/drawing/2014/main" id="{AC2DA0FE-D347-8BF9-59D1-A1A4E937F180}"/>
                </a:ext>
              </a:extLst>
            </p:cNvPr>
            <p:cNvSpPr/>
            <p:nvPr/>
          </p:nvSpPr>
          <p:spPr>
            <a:xfrm>
              <a:off x="5231709" y="3201749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20" name="Half Frame 19">
              <a:extLst>
                <a:ext uri="{FF2B5EF4-FFF2-40B4-BE49-F238E27FC236}">
                  <a16:creationId xmlns:a16="http://schemas.microsoft.com/office/drawing/2014/main" id="{50A192F1-E1AC-64E2-68A9-8AAFB521E9EA}"/>
                </a:ext>
              </a:extLst>
            </p:cNvPr>
            <p:cNvSpPr/>
            <p:nvPr/>
          </p:nvSpPr>
          <p:spPr>
            <a:xfrm rot="5400000">
              <a:off x="6413779" y="3201788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21" name="Half Frame 20">
              <a:extLst>
                <a:ext uri="{FF2B5EF4-FFF2-40B4-BE49-F238E27FC236}">
                  <a16:creationId xmlns:a16="http://schemas.microsoft.com/office/drawing/2014/main" id="{B933C238-48BA-867D-06CE-3B7102AAE5F9}"/>
                </a:ext>
              </a:extLst>
            </p:cNvPr>
            <p:cNvSpPr/>
            <p:nvPr/>
          </p:nvSpPr>
          <p:spPr>
            <a:xfrm rot="16200000">
              <a:off x="5231670" y="3895934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22" name="Half Frame 21">
              <a:extLst>
                <a:ext uri="{FF2B5EF4-FFF2-40B4-BE49-F238E27FC236}">
                  <a16:creationId xmlns:a16="http://schemas.microsoft.com/office/drawing/2014/main" id="{EE02CAC4-5FD4-0776-3DF1-2E7ABF09BE2D}"/>
                </a:ext>
              </a:extLst>
            </p:cNvPr>
            <p:cNvSpPr/>
            <p:nvPr/>
          </p:nvSpPr>
          <p:spPr>
            <a:xfrm rot="10800000">
              <a:off x="6413818" y="3895895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24" name="Free-form: Shape 23">
              <a:extLst>
                <a:ext uri="{FF2B5EF4-FFF2-40B4-BE49-F238E27FC236}">
                  <a16:creationId xmlns:a16="http://schemas.microsoft.com/office/drawing/2014/main" id="{3CC0018B-C645-C3D7-D29E-EEED3D455597}"/>
                </a:ext>
              </a:extLst>
            </p:cNvPr>
            <p:cNvSpPr/>
            <p:nvPr/>
          </p:nvSpPr>
          <p:spPr>
            <a:xfrm>
              <a:off x="8026734" y="3312226"/>
              <a:ext cx="1253223" cy="774094"/>
            </a:xfrm>
            <a:custGeom>
              <a:avLst/>
              <a:gdLst>
                <a:gd name="connsiteX0" fmla="*/ 0 w 1253223"/>
                <a:gd name="connsiteY0" fmla="*/ 0 h 774094"/>
                <a:gd name="connsiteX1" fmla="*/ 1253223 w 1253223"/>
                <a:gd name="connsiteY1" fmla="*/ 0 h 774094"/>
                <a:gd name="connsiteX2" fmla="*/ 1253223 w 1253223"/>
                <a:gd name="connsiteY2" fmla="*/ 774094 h 774094"/>
                <a:gd name="connsiteX3" fmla="*/ 0 w 1253223"/>
                <a:gd name="connsiteY3" fmla="*/ 774094 h 774094"/>
                <a:gd name="connsiteX4" fmla="*/ 0 w 1253223"/>
                <a:gd name="connsiteY4" fmla="*/ 0 h 77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3223" h="774094">
                  <a:moveTo>
                    <a:pt x="0" y="0"/>
                  </a:moveTo>
                  <a:lnTo>
                    <a:pt x="1253223" y="0"/>
                  </a:lnTo>
                  <a:lnTo>
                    <a:pt x="1253223" y="774094"/>
                  </a:lnTo>
                  <a:lnTo>
                    <a:pt x="0" y="77409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ctr" anchorCtr="0">
              <a:noAutofit/>
            </a:bodyPr>
            <a:lstStyle/>
            <a:p>
              <a:pPr marL="0" lvl="0" indent="0" algn="ctr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200" b="0" i="0" kern="1200">
                  <a:solidFill>
                    <a:schemeClr val="bg1"/>
                  </a:solidFill>
                  <a:latin typeface="ITC Avant Garde Pro Bk" panose="020B0502020202020204" pitchFamily="34" charset="0"/>
                </a:rPr>
                <a:t>Noto the talking ball</a:t>
              </a:r>
              <a:endParaRPr lang="en-NL" sz="1200" kern="1200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25" name="Half Frame 24">
              <a:extLst>
                <a:ext uri="{FF2B5EF4-FFF2-40B4-BE49-F238E27FC236}">
                  <a16:creationId xmlns:a16="http://schemas.microsoft.com/office/drawing/2014/main" id="{61F258C2-41B4-D1C5-B687-855AF703FD12}"/>
                </a:ext>
              </a:extLst>
            </p:cNvPr>
            <p:cNvSpPr/>
            <p:nvPr/>
          </p:nvSpPr>
          <p:spPr>
            <a:xfrm>
              <a:off x="7916162" y="3201749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26" name="Half Frame 25">
              <a:extLst>
                <a:ext uri="{FF2B5EF4-FFF2-40B4-BE49-F238E27FC236}">
                  <a16:creationId xmlns:a16="http://schemas.microsoft.com/office/drawing/2014/main" id="{555200FC-C3BB-4FE5-31EC-C6E7292310E0}"/>
                </a:ext>
              </a:extLst>
            </p:cNvPr>
            <p:cNvSpPr/>
            <p:nvPr/>
          </p:nvSpPr>
          <p:spPr>
            <a:xfrm rot="5400000">
              <a:off x="9098232" y="3201788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27" name="Half Frame 26">
              <a:extLst>
                <a:ext uri="{FF2B5EF4-FFF2-40B4-BE49-F238E27FC236}">
                  <a16:creationId xmlns:a16="http://schemas.microsoft.com/office/drawing/2014/main" id="{C41CF5D8-6854-F80B-CC98-D2E4AA10C20B}"/>
                </a:ext>
              </a:extLst>
            </p:cNvPr>
            <p:cNvSpPr/>
            <p:nvPr/>
          </p:nvSpPr>
          <p:spPr>
            <a:xfrm rot="16200000">
              <a:off x="7916123" y="3895934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28" name="Half Frame 27">
              <a:extLst>
                <a:ext uri="{FF2B5EF4-FFF2-40B4-BE49-F238E27FC236}">
                  <a16:creationId xmlns:a16="http://schemas.microsoft.com/office/drawing/2014/main" id="{DA9FAE68-3F61-89C7-FF36-3FAB7F7892A6}"/>
                </a:ext>
              </a:extLst>
            </p:cNvPr>
            <p:cNvSpPr/>
            <p:nvPr/>
          </p:nvSpPr>
          <p:spPr>
            <a:xfrm rot="10800000">
              <a:off x="9098271" y="3895895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0" name="Free-form: Shape 29">
              <a:extLst>
                <a:ext uri="{FF2B5EF4-FFF2-40B4-BE49-F238E27FC236}">
                  <a16:creationId xmlns:a16="http://schemas.microsoft.com/office/drawing/2014/main" id="{3C30B02D-A174-52BE-F338-E4916B6423F5}"/>
                </a:ext>
              </a:extLst>
            </p:cNvPr>
            <p:cNvSpPr/>
            <p:nvPr/>
          </p:nvSpPr>
          <p:spPr>
            <a:xfrm>
              <a:off x="2657828" y="5052941"/>
              <a:ext cx="1253223" cy="774094"/>
            </a:xfrm>
            <a:custGeom>
              <a:avLst/>
              <a:gdLst>
                <a:gd name="connsiteX0" fmla="*/ 0 w 1253223"/>
                <a:gd name="connsiteY0" fmla="*/ 0 h 774094"/>
                <a:gd name="connsiteX1" fmla="*/ 1253223 w 1253223"/>
                <a:gd name="connsiteY1" fmla="*/ 0 h 774094"/>
                <a:gd name="connsiteX2" fmla="*/ 1253223 w 1253223"/>
                <a:gd name="connsiteY2" fmla="*/ 774094 h 774094"/>
                <a:gd name="connsiteX3" fmla="*/ 0 w 1253223"/>
                <a:gd name="connsiteY3" fmla="*/ 774094 h 774094"/>
                <a:gd name="connsiteX4" fmla="*/ 0 w 1253223"/>
                <a:gd name="connsiteY4" fmla="*/ 0 h 77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3223" h="774094">
                  <a:moveTo>
                    <a:pt x="0" y="0"/>
                  </a:moveTo>
                  <a:lnTo>
                    <a:pt x="1253223" y="0"/>
                  </a:lnTo>
                  <a:lnTo>
                    <a:pt x="1253223" y="774094"/>
                  </a:lnTo>
                  <a:lnTo>
                    <a:pt x="0" y="77409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ctr" anchorCtr="0">
              <a:noAutofit/>
            </a:bodyPr>
            <a:lstStyle/>
            <a:p>
              <a:pPr marL="0" lvl="0" indent="0" algn="ctr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200" b="0" i="0" kern="1200" dirty="0">
                  <a:solidFill>
                    <a:schemeClr val="bg1"/>
                  </a:solidFill>
                  <a:latin typeface="ITC Avant Garde Pro Bk" panose="020B0502020202020204" pitchFamily="34" charset="0"/>
                </a:rPr>
                <a:t>The Interactive Immersive HQ</a:t>
              </a:r>
              <a:endParaRPr lang="en-NL" sz="1200" kern="1200" dirty="0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1" name="Half Frame 30">
              <a:extLst>
                <a:ext uri="{FF2B5EF4-FFF2-40B4-BE49-F238E27FC236}">
                  <a16:creationId xmlns:a16="http://schemas.microsoft.com/office/drawing/2014/main" id="{2873CB73-D6E4-FD15-E611-EEA13725E987}"/>
                </a:ext>
              </a:extLst>
            </p:cNvPr>
            <p:cNvSpPr/>
            <p:nvPr/>
          </p:nvSpPr>
          <p:spPr>
            <a:xfrm>
              <a:off x="2547256" y="4942464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2" name="Half Frame 31">
              <a:extLst>
                <a:ext uri="{FF2B5EF4-FFF2-40B4-BE49-F238E27FC236}">
                  <a16:creationId xmlns:a16="http://schemas.microsoft.com/office/drawing/2014/main" id="{239A1533-7CAF-4CCD-103F-48711E76C9C1}"/>
                </a:ext>
              </a:extLst>
            </p:cNvPr>
            <p:cNvSpPr/>
            <p:nvPr/>
          </p:nvSpPr>
          <p:spPr>
            <a:xfrm rot="5400000">
              <a:off x="3729326" y="4942503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3" name="Half Frame 32">
              <a:extLst>
                <a:ext uri="{FF2B5EF4-FFF2-40B4-BE49-F238E27FC236}">
                  <a16:creationId xmlns:a16="http://schemas.microsoft.com/office/drawing/2014/main" id="{982CE49E-5840-489D-18E3-B59BA616E254}"/>
                </a:ext>
              </a:extLst>
            </p:cNvPr>
            <p:cNvSpPr/>
            <p:nvPr/>
          </p:nvSpPr>
          <p:spPr>
            <a:xfrm rot="16200000">
              <a:off x="2547217" y="5636648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4" name="Half Frame 33">
              <a:extLst>
                <a:ext uri="{FF2B5EF4-FFF2-40B4-BE49-F238E27FC236}">
                  <a16:creationId xmlns:a16="http://schemas.microsoft.com/office/drawing/2014/main" id="{C86777B8-01F4-B7BA-BE18-C8D29DB5BE48}"/>
                </a:ext>
              </a:extLst>
            </p:cNvPr>
            <p:cNvSpPr/>
            <p:nvPr/>
          </p:nvSpPr>
          <p:spPr>
            <a:xfrm rot="10800000">
              <a:off x="3729365" y="5636610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6" name="Free-form: Shape 35">
              <a:extLst>
                <a:ext uri="{FF2B5EF4-FFF2-40B4-BE49-F238E27FC236}">
                  <a16:creationId xmlns:a16="http://schemas.microsoft.com/office/drawing/2014/main" id="{4A58EA80-9DBE-222A-D003-A77DDA54F91B}"/>
                </a:ext>
              </a:extLst>
            </p:cNvPr>
            <p:cNvSpPr/>
            <p:nvPr/>
          </p:nvSpPr>
          <p:spPr>
            <a:xfrm>
              <a:off x="5342281" y="5052941"/>
              <a:ext cx="1253223" cy="774094"/>
            </a:xfrm>
            <a:custGeom>
              <a:avLst/>
              <a:gdLst>
                <a:gd name="connsiteX0" fmla="*/ 0 w 1253223"/>
                <a:gd name="connsiteY0" fmla="*/ 0 h 774094"/>
                <a:gd name="connsiteX1" fmla="*/ 1253223 w 1253223"/>
                <a:gd name="connsiteY1" fmla="*/ 0 h 774094"/>
                <a:gd name="connsiteX2" fmla="*/ 1253223 w 1253223"/>
                <a:gd name="connsiteY2" fmla="*/ 774094 h 774094"/>
                <a:gd name="connsiteX3" fmla="*/ 0 w 1253223"/>
                <a:gd name="connsiteY3" fmla="*/ 774094 h 774094"/>
                <a:gd name="connsiteX4" fmla="*/ 0 w 1253223"/>
                <a:gd name="connsiteY4" fmla="*/ 0 h 77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3223" h="774094">
                  <a:moveTo>
                    <a:pt x="0" y="0"/>
                  </a:moveTo>
                  <a:lnTo>
                    <a:pt x="1253223" y="0"/>
                  </a:lnTo>
                  <a:lnTo>
                    <a:pt x="1253223" y="774094"/>
                  </a:lnTo>
                  <a:lnTo>
                    <a:pt x="0" y="77409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ctr" anchorCtr="0">
              <a:noAutofit/>
            </a:bodyPr>
            <a:lstStyle/>
            <a:p>
              <a:pPr marL="0" lvl="0" indent="0" algn="ctr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200" b="0" i="0" kern="1200" dirty="0">
                  <a:solidFill>
                    <a:schemeClr val="bg1"/>
                  </a:solidFill>
                  <a:latin typeface="ITC Avant Garde Pro Bk" panose="020B0502020202020204" pitchFamily="34" charset="0"/>
                </a:rPr>
                <a:t>Derivative fundamentals</a:t>
              </a:r>
              <a:endParaRPr lang="en-NL" sz="1200" kern="1200" dirty="0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7" name="Half Frame 36">
              <a:extLst>
                <a:ext uri="{FF2B5EF4-FFF2-40B4-BE49-F238E27FC236}">
                  <a16:creationId xmlns:a16="http://schemas.microsoft.com/office/drawing/2014/main" id="{DBB46FA4-D054-5821-5C8F-0CBFC53A347B}"/>
                </a:ext>
              </a:extLst>
            </p:cNvPr>
            <p:cNvSpPr/>
            <p:nvPr/>
          </p:nvSpPr>
          <p:spPr>
            <a:xfrm>
              <a:off x="5231709" y="4942464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8" name="Half Frame 37">
              <a:extLst>
                <a:ext uri="{FF2B5EF4-FFF2-40B4-BE49-F238E27FC236}">
                  <a16:creationId xmlns:a16="http://schemas.microsoft.com/office/drawing/2014/main" id="{90B9C7E9-4985-AB72-5D09-6301927C4D4C}"/>
                </a:ext>
              </a:extLst>
            </p:cNvPr>
            <p:cNvSpPr/>
            <p:nvPr/>
          </p:nvSpPr>
          <p:spPr>
            <a:xfrm rot="5400000">
              <a:off x="6413779" y="4942503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9" name="Half Frame 38">
              <a:extLst>
                <a:ext uri="{FF2B5EF4-FFF2-40B4-BE49-F238E27FC236}">
                  <a16:creationId xmlns:a16="http://schemas.microsoft.com/office/drawing/2014/main" id="{E9051679-CB47-F121-98A5-F7026D01DE4E}"/>
                </a:ext>
              </a:extLst>
            </p:cNvPr>
            <p:cNvSpPr/>
            <p:nvPr/>
          </p:nvSpPr>
          <p:spPr>
            <a:xfrm rot="16200000">
              <a:off x="5231670" y="5636648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40" name="Half Frame 39">
              <a:extLst>
                <a:ext uri="{FF2B5EF4-FFF2-40B4-BE49-F238E27FC236}">
                  <a16:creationId xmlns:a16="http://schemas.microsoft.com/office/drawing/2014/main" id="{3365106A-ED5A-8A80-2F22-8A0009932857}"/>
                </a:ext>
              </a:extLst>
            </p:cNvPr>
            <p:cNvSpPr/>
            <p:nvPr/>
          </p:nvSpPr>
          <p:spPr>
            <a:xfrm rot="10800000">
              <a:off x="6413818" y="5636610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42" name="Free-form: Shape 41">
              <a:extLst>
                <a:ext uri="{FF2B5EF4-FFF2-40B4-BE49-F238E27FC236}">
                  <a16:creationId xmlns:a16="http://schemas.microsoft.com/office/drawing/2014/main" id="{502AE1FD-8C4E-846E-42C8-E1B7A8831523}"/>
                </a:ext>
              </a:extLst>
            </p:cNvPr>
            <p:cNvSpPr/>
            <p:nvPr/>
          </p:nvSpPr>
          <p:spPr>
            <a:xfrm>
              <a:off x="8026734" y="5052941"/>
              <a:ext cx="1253223" cy="774094"/>
            </a:xfrm>
            <a:custGeom>
              <a:avLst/>
              <a:gdLst>
                <a:gd name="connsiteX0" fmla="*/ 0 w 1253223"/>
                <a:gd name="connsiteY0" fmla="*/ 0 h 774094"/>
                <a:gd name="connsiteX1" fmla="*/ 1253223 w 1253223"/>
                <a:gd name="connsiteY1" fmla="*/ 0 h 774094"/>
                <a:gd name="connsiteX2" fmla="*/ 1253223 w 1253223"/>
                <a:gd name="connsiteY2" fmla="*/ 774094 h 774094"/>
                <a:gd name="connsiteX3" fmla="*/ 0 w 1253223"/>
                <a:gd name="connsiteY3" fmla="*/ 774094 h 774094"/>
                <a:gd name="connsiteX4" fmla="*/ 0 w 1253223"/>
                <a:gd name="connsiteY4" fmla="*/ 0 h 77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3223" h="774094">
                  <a:moveTo>
                    <a:pt x="0" y="0"/>
                  </a:moveTo>
                  <a:lnTo>
                    <a:pt x="1253223" y="0"/>
                  </a:lnTo>
                  <a:lnTo>
                    <a:pt x="1253223" y="774094"/>
                  </a:lnTo>
                  <a:lnTo>
                    <a:pt x="0" y="77409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ctr" anchorCtr="0">
              <a:noAutofit/>
            </a:bodyPr>
            <a:lstStyle/>
            <a:p>
              <a:pPr marL="0" lvl="0" indent="0" algn="ctr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dirty="0">
                  <a:solidFill>
                    <a:schemeClr val="bg1"/>
                  </a:solidFill>
                  <a:latin typeface="ITC Avant Garde Pro Bk" panose="020B0502020202020204" pitchFamily="34" charset="0"/>
                </a:rPr>
                <a:t>Node Institute</a:t>
              </a:r>
              <a:endParaRPr lang="en-NL" sz="1200" kern="1200" dirty="0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43" name="Half Frame 42">
              <a:extLst>
                <a:ext uri="{FF2B5EF4-FFF2-40B4-BE49-F238E27FC236}">
                  <a16:creationId xmlns:a16="http://schemas.microsoft.com/office/drawing/2014/main" id="{59B9F803-6920-1316-0BAD-C1681DB5065C}"/>
                </a:ext>
              </a:extLst>
            </p:cNvPr>
            <p:cNvSpPr/>
            <p:nvPr/>
          </p:nvSpPr>
          <p:spPr>
            <a:xfrm>
              <a:off x="7916162" y="4942464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44" name="Half Frame 43">
              <a:extLst>
                <a:ext uri="{FF2B5EF4-FFF2-40B4-BE49-F238E27FC236}">
                  <a16:creationId xmlns:a16="http://schemas.microsoft.com/office/drawing/2014/main" id="{07DC0D29-25E1-E006-7B09-C7FB654B216C}"/>
                </a:ext>
              </a:extLst>
            </p:cNvPr>
            <p:cNvSpPr/>
            <p:nvPr/>
          </p:nvSpPr>
          <p:spPr>
            <a:xfrm rot="5400000">
              <a:off x="9098232" y="4942503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45" name="Half Frame 44">
              <a:extLst>
                <a:ext uri="{FF2B5EF4-FFF2-40B4-BE49-F238E27FC236}">
                  <a16:creationId xmlns:a16="http://schemas.microsoft.com/office/drawing/2014/main" id="{84364B56-5A2C-19A3-B948-5B2A0DE176B0}"/>
                </a:ext>
              </a:extLst>
            </p:cNvPr>
            <p:cNvSpPr/>
            <p:nvPr/>
          </p:nvSpPr>
          <p:spPr>
            <a:xfrm rot="16200000">
              <a:off x="7916123" y="5636648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46" name="Half Frame 45">
              <a:extLst>
                <a:ext uri="{FF2B5EF4-FFF2-40B4-BE49-F238E27FC236}">
                  <a16:creationId xmlns:a16="http://schemas.microsoft.com/office/drawing/2014/main" id="{00E8A9D8-02A3-BAE1-7CE6-97ECD7F7EDDB}"/>
                </a:ext>
              </a:extLst>
            </p:cNvPr>
            <p:cNvSpPr/>
            <p:nvPr/>
          </p:nvSpPr>
          <p:spPr>
            <a:xfrm rot="10800000">
              <a:off x="9098271" y="5636610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46735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E14DC-0815-36A6-99C9-AC268EA7F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Coming up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A897A-520A-98A9-DDEF-9597FAD15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079" y="2030553"/>
            <a:ext cx="9482182" cy="390726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Utrecht CCU</a:t>
            </a:r>
          </a:p>
          <a:p>
            <a:pPr lvl="1"/>
            <a:r>
              <a:rPr lang="en-US" strike="sngStrike" dirty="0">
                <a:solidFill>
                  <a:schemeClr val="bg1"/>
                </a:solidFill>
              </a:rPr>
              <a:t>25</a:t>
            </a:r>
            <a:r>
              <a:rPr lang="en-US" strike="sngStrike" baseline="30000" dirty="0">
                <a:solidFill>
                  <a:schemeClr val="bg1"/>
                </a:solidFill>
              </a:rPr>
              <a:t>th</a:t>
            </a:r>
            <a:r>
              <a:rPr lang="en-US" strike="sngStrike" dirty="0">
                <a:solidFill>
                  <a:schemeClr val="bg1"/>
                </a:solidFill>
              </a:rPr>
              <a:t> April </a:t>
            </a:r>
            <a:r>
              <a:rPr lang="en-US" strike="sngStrike" dirty="0" err="1">
                <a:solidFill>
                  <a:schemeClr val="bg1"/>
                </a:solidFill>
              </a:rPr>
              <a:t>TouchDesigner</a:t>
            </a:r>
            <a:r>
              <a:rPr lang="en-US" strike="sngStrike" dirty="0">
                <a:solidFill>
                  <a:schemeClr val="bg1"/>
                </a:solidFill>
              </a:rPr>
              <a:t> meetup</a:t>
            </a:r>
          </a:p>
          <a:p>
            <a:r>
              <a:rPr lang="en-US" dirty="0">
                <a:solidFill>
                  <a:schemeClr val="bg1"/>
                </a:solidFill>
              </a:rPr>
              <a:t>Berlin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22-23 May – European </a:t>
            </a:r>
            <a:r>
              <a:rPr lang="en-US" dirty="0" err="1">
                <a:solidFill>
                  <a:schemeClr val="bg1"/>
                </a:solidFill>
              </a:rPr>
              <a:t>TouchDesigner</a:t>
            </a:r>
            <a:r>
              <a:rPr lang="en-US" dirty="0">
                <a:solidFill>
                  <a:schemeClr val="bg1"/>
                </a:solidFill>
              </a:rPr>
              <a:t> event- Also online</a:t>
            </a:r>
          </a:p>
          <a:p>
            <a:r>
              <a:rPr lang="en-US" dirty="0">
                <a:solidFill>
                  <a:schemeClr val="bg1"/>
                </a:solidFill>
              </a:rPr>
              <a:t>Amsterdam 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28 May – </a:t>
            </a:r>
            <a:r>
              <a:rPr lang="en-US" dirty="0" err="1">
                <a:solidFill>
                  <a:schemeClr val="bg1"/>
                </a:solidFill>
              </a:rPr>
              <a:t>TouchDesigner</a:t>
            </a:r>
            <a:r>
              <a:rPr lang="en-US" dirty="0">
                <a:solidFill>
                  <a:schemeClr val="bg1"/>
                </a:solidFill>
              </a:rPr>
              <a:t> meet up (Amaze/y=f(x))</a:t>
            </a:r>
          </a:p>
          <a:p>
            <a:r>
              <a:rPr lang="en-US" dirty="0">
                <a:solidFill>
                  <a:schemeClr val="bg1"/>
                </a:solidFill>
              </a:rPr>
              <a:t>Online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NODE institute - Summer sessions 2024</a:t>
            </a:r>
            <a:endParaRPr lang="en-NL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61751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1490BF4-42D0-47B3-9A88-ACB018B06C2F}"/>
              </a:ext>
            </a:extLst>
          </p:cNvPr>
          <p:cNvSpPr txBox="1"/>
          <p:nvPr/>
        </p:nvSpPr>
        <p:spPr>
          <a:xfrm>
            <a:off x="3048000" y="2767281"/>
            <a:ext cx="6096000" cy="1323439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>
            <a:defPPr>
              <a:defRPr lang="ko-KR"/>
            </a:defPPr>
            <a:lvl1pPr>
              <a:defRPr sz="4000" b="1">
                <a:latin typeface="+mj-lt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ko-KR" sz="8000" b="0" dirty="0">
                <a:solidFill>
                  <a:schemeClr val="bg1"/>
                </a:solidFill>
              </a:rPr>
              <a:t>Thanks !</a:t>
            </a:r>
          </a:p>
        </p:txBody>
      </p:sp>
    </p:spTree>
    <p:extLst>
      <p:ext uri="{BB962C8B-B14F-4D97-AF65-F5344CB8AC3E}">
        <p14:creationId xmlns:p14="http://schemas.microsoft.com/office/powerpoint/2010/main" val="1907620479"/>
      </p:ext>
    </p:extLst>
  </p:cSld>
  <p:clrMapOvr>
    <a:masterClrMapping/>
  </p:clrMapOvr>
</p:sld>
</file>

<file path=ppt/theme/theme1.xml><?xml version="1.0" encoding="utf-8"?>
<a:theme xmlns:a="http://schemas.openxmlformats.org/drawingml/2006/main" name="PPTMON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Vollkorn Black - Poppins Light">
      <a:majorFont>
        <a:latin typeface="Vollkorn Black"/>
        <a:ea typeface="Arial Unicode MS"/>
        <a:cs typeface=""/>
      </a:majorFont>
      <a:minorFont>
        <a:latin typeface="Poppins Light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lIns="36000" rIns="72000" rtlCol="0" anchor="ctr"/>
      <a:lstStyle>
        <a:defPPr algn="ctr">
          <a:defRPr sz="2800" dirty="0" smtClean="0">
            <a:solidFill>
              <a:schemeClr val="tx1"/>
            </a:solidFill>
            <a:latin typeface="+mj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292938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4808</TotalTime>
  <Words>389</Words>
  <Application>Microsoft Office PowerPoint</Application>
  <PresentationFormat>Widescreen</PresentationFormat>
  <Paragraphs>81</Paragraphs>
  <Slides>21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Aptos</vt:lpstr>
      <vt:lpstr>ITC Avant Garde Pro Bk</vt:lpstr>
      <vt:lpstr>맑은 고딕</vt:lpstr>
      <vt:lpstr>Bauhaus 93</vt:lpstr>
      <vt:lpstr>Vollkorn Black</vt:lpstr>
      <vt:lpstr>Arial</vt:lpstr>
      <vt:lpstr>Aptos Display</vt:lpstr>
      <vt:lpstr>Wingdings 3</vt:lpstr>
      <vt:lpstr>PPTMON theme</vt:lpstr>
      <vt:lpstr>Custom Design</vt:lpstr>
      <vt:lpstr>PowerPoint Presentation</vt:lpstr>
      <vt:lpstr>PowerPoint Presentation</vt:lpstr>
      <vt:lpstr>Discord</vt:lpstr>
      <vt:lpstr>Hi my name Is Raul Leal</vt:lpstr>
      <vt:lpstr>PowerPoint Presentation</vt:lpstr>
      <vt:lpstr>This workshop</vt:lpstr>
      <vt:lpstr>PowerPoint Presentation</vt:lpstr>
      <vt:lpstr>PowerPoint Presentation</vt:lpstr>
      <vt:lpstr>Constraints for the workshops…</vt:lpstr>
      <vt:lpstr>Workshop Structure</vt:lpstr>
      <vt:lpstr>PowerPoint Presentation</vt:lpstr>
      <vt:lpstr>PowerPoint Presentation</vt:lpstr>
      <vt:lpstr>PowerPoint Presentation</vt:lpstr>
      <vt:lpstr>Discord</vt:lpstr>
      <vt:lpstr>Git repository</vt:lpstr>
      <vt:lpstr>YouTube channel</vt:lpstr>
      <vt:lpstr>PowerPoint Presentation</vt:lpstr>
      <vt:lpstr>TouchDesigner  Documentation</vt:lpstr>
      <vt:lpstr>Interesting Artist/tutorials</vt:lpstr>
      <vt:lpstr>Coming up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5</dc:creator>
  <cp:lastModifiedBy>Raul Leal Rodriguez</cp:lastModifiedBy>
  <cp:revision>249</cp:revision>
  <dcterms:created xsi:type="dcterms:W3CDTF">2019-04-06T05:20:47Z</dcterms:created>
  <dcterms:modified xsi:type="dcterms:W3CDTF">2024-09-15T17:02:46Z</dcterms:modified>
</cp:coreProperties>
</file>